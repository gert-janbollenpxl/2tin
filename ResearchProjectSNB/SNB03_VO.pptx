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Zen Antique" panose="020B0604020202020204" charset="-128"/>
      <p:regular r:id="rId12"/>
    </p:embeddedFont>
    <p:embeddedFont>
      <p:font typeface="Bebas Neue" panose="020B0606020202050201" pitchFamily="34" charset="0"/>
      <p:regular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Mono" panose="00000009000000000000" pitchFamily="49" charset="0"/>
      <p:regular r:id="rId18"/>
      <p:bold r:id="rId19"/>
      <p:italic r:id="rId20"/>
      <p:boldItalic r:id="rId21"/>
    </p:embeddedFont>
    <p:embeddedFont>
      <p:font typeface="Roboto Mono Medium" panose="00000009000000000000" pitchFamily="49" charset="0"/>
      <p:regular r:id="rId22"/>
      <p:bold r:id="rId23"/>
      <p:italic r:id="rId24"/>
      <p:boldItalic r:id="rId25"/>
    </p:embeddedFont>
    <p:embeddedFont>
      <p:font typeface="Roboto Mono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725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9" name="Google Shape;229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Dascha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3ca5671426d_19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3ca5671426d_19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Dascha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3ca5671426d_19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3ca5671426d_19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Dascha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g3cba23f2a21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7" name="Google Shape;2337;g3cba23f2a21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900"/>
              <a:buFont typeface="Roboto"/>
              <a:buChar char="●"/>
            </a:pPr>
            <a:r>
              <a:rPr lang="en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Hoe kan observability tooling worden gebruikt om autoscaling gedrag van processing workloads in de gekozen cloudomgeving te optimaliseren</a:t>
            </a:r>
            <a:endParaRPr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Roboto"/>
              <a:buChar char="○"/>
            </a:pPr>
            <a:r>
              <a:rPr lang="en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Hoe functioneert Datadog en hoe kan deze tool autoscalingstrategieën verbeteren</a:t>
            </a:r>
            <a:endParaRPr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100"/>
              <a:buFont typeface="Roboto"/>
              <a:buChar char="○"/>
            </a:pPr>
            <a:r>
              <a:rPr lang="en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Welke scaling triggers (CPU vs custom metrics) leveren stabielere performance</a:t>
            </a:r>
            <a:endParaRPr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63636"/>
                </a:solidFill>
                <a:latin typeface="Roboto"/>
                <a:ea typeface="Roboto"/>
                <a:cs typeface="Roboto"/>
                <a:sym typeface="Roboto"/>
              </a:rPr>
              <a:t>Dascha</a:t>
            </a:r>
            <a:endParaRPr>
              <a:solidFill>
                <a:srgbClr val="36363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g13bad402257_0_23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3" name="Google Shape;2343;g13bad402257_0_23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g14807ab459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2" name="Google Shape;2362;g14807ab459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Gert-Jan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g13b49936e2d_0_1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6" name="Google Shape;2386;g13b49936e2d_0_1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Arno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3ca5671426d_19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3ca5671426d_19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Arno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g3ca567142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6" name="Google Shape;2396;g3ca567142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Dascha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0025" y="1078288"/>
            <a:ext cx="6815700" cy="238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0025" y="3669213"/>
            <a:ext cx="6815700" cy="39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790692" y="4254685"/>
            <a:ext cx="2638315" cy="4402295"/>
            <a:chOff x="238125" y="1025750"/>
            <a:chExt cx="844450" cy="1409050"/>
          </a:xfrm>
        </p:grpSpPr>
        <p:sp>
          <p:nvSpPr>
            <p:cNvPr id="12" name="Google Shape;12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2"/>
          <p:cNvGrpSpPr/>
          <p:nvPr/>
        </p:nvGrpSpPr>
        <p:grpSpPr>
          <a:xfrm>
            <a:off x="4571398" y="4254685"/>
            <a:ext cx="2638315" cy="4402295"/>
            <a:chOff x="238125" y="1025750"/>
            <a:chExt cx="844450" cy="1409050"/>
          </a:xfrm>
        </p:grpSpPr>
        <p:sp>
          <p:nvSpPr>
            <p:cNvPr id="63" name="Google Shape;63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-990008" y="4254685"/>
            <a:ext cx="2638315" cy="4402295"/>
            <a:chOff x="238125" y="1025750"/>
            <a:chExt cx="844450" cy="1409050"/>
          </a:xfrm>
        </p:grpSpPr>
        <p:sp>
          <p:nvSpPr>
            <p:cNvPr id="114" name="Google Shape;114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2"/>
          <p:cNvGrpSpPr/>
          <p:nvPr/>
        </p:nvGrpSpPr>
        <p:grpSpPr>
          <a:xfrm flipH="1">
            <a:off x="7345193" y="3459384"/>
            <a:ext cx="2638315" cy="4402295"/>
            <a:chOff x="238125" y="1025750"/>
            <a:chExt cx="844450" cy="1409050"/>
          </a:xfrm>
        </p:grpSpPr>
        <p:sp>
          <p:nvSpPr>
            <p:cNvPr id="165" name="Google Shape;165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2"/>
          <p:cNvGrpSpPr/>
          <p:nvPr/>
        </p:nvGrpSpPr>
        <p:grpSpPr>
          <a:xfrm rot="10800000">
            <a:off x="4788160" y="-1654085"/>
            <a:ext cx="3689134" cy="3227984"/>
            <a:chOff x="1067625" y="-1658125"/>
            <a:chExt cx="2887550" cy="2526600"/>
          </a:xfrm>
        </p:grpSpPr>
        <p:sp>
          <p:nvSpPr>
            <p:cNvPr id="216" name="Google Shape;216;p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"/>
          <p:cNvSpPr txBox="1">
            <a:spLocks noGrp="1"/>
          </p:cNvSpPr>
          <p:nvPr>
            <p:ph type="title"/>
          </p:nvPr>
        </p:nvSpPr>
        <p:spPr>
          <a:xfrm>
            <a:off x="709606" y="2763975"/>
            <a:ext cx="5115000" cy="105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4" name="Google Shape;224;p3"/>
          <p:cNvSpPr txBox="1">
            <a:spLocks noGrp="1"/>
          </p:cNvSpPr>
          <p:nvPr>
            <p:ph type="title" idx="2" hasCustomPrompt="1"/>
          </p:nvPr>
        </p:nvSpPr>
        <p:spPr>
          <a:xfrm>
            <a:off x="709618" y="1328925"/>
            <a:ext cx="1626600" cy="12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 b="1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5" name="Google Shape;225;p3"/>
          <p:cNvSpPr>
            <a:spLocks noGrp="1"/>
          </p:cNvSpPr>
          <p:nvPr>
            <p:ph type="pic" idx="3"/>
          </p:nvPr>
        </p:nvSpPr>
        <p:spPr>
          <a:xfrm>
            <a:off x="5796194" y="819150"/>
            <a:ext cx="2638200" cy="35052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226" name="Google Shape;226;p3"/>
          <p:cNvGrpSpPr/>
          <p:nvPr/>
        </p:nvGrpSpPr>
        <p:grpSpPr>
          <a:xfrm flipH="1">
            <a:off x="-7" y="4095759"/>
            <a:ext cx="2638315" cy="4402295"/>
            <a:chOff x="238125" y="1025750"/>
            <a:chExt cx="844450" cy="1409050"/>
          </a:xfrm>
        </p:grpSpPr>
        <p:sp>
          <p:nvSpPr>
            <p:cNvPr id="227" name="Google Shape;227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3"/>
          <p:cNvGrpSpPr/>
          <p:nvPr/>
        </p:nvGrpSpPr>
        <p:grpSpPr>
          <a:xfrm flipH="1">
            <a:off x="8515343" y="3162309"/>
            <a:ext cx="2638315" cy="4402295"/>
            <a:chOff x="238125" y="1025750"/>
            <a:chExt cx="844450" cy="1409050"/>
          </a:xfrm>
        </p:grpSpPr>
        <p:sp>
          <p:nvSpPr>
            <p:cNvPr id="278" name="Google Shape;278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"/>
          <p:cNvSpPr txBox="1">
            <a:spLocks noGrp="1"/>
          </p:cNvSpPr>
          <p:nvPr>
            <p:ph type="body" idx="1"/>
          </p:nvPr>
        </p:nvSpPr>
        <p:spPr>
          <a:xfrm>
            <a:off x="720000" y="1238200"/>
            <a:ext cx="77040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4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grpSp>
        <p:nvGrpSpPr>
          <p:cNvPr id="331" name="Google Shape;331;p4"/>
          <p:cNvGrpSpPr/>
          <p:nvPr/>
        </p:nvGrpSpPr>
        <p:grpSpPr>
          <a:xfrm flipH="1">
            <a:off x="8583993" y="3579684"/>
            <a:ext cx="2638315" cy="4402295"/>
            <a:chOff x="238125" y="1025750"/>
            <a:chExt cx="844450" cy="1409050"/>
          </a:xfrm>
        </p:grpSpPr>
        <p:sp>
          <p:nvSpPr>
            <p:cNvPr id="332" name="Google Shape;332;p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382;p4"/>
          <p:cNvGrpSpPr/>
          <p:nvPr/>
        </p:nvGrpSpPr>
        <p:grpSpPr>
          <a:xfrm rot="5400000">
            <a:off x="-2362686" y="-1795916"/>
            <a:ext cx="3689134" cy="3227984"/>
            <a:chOff x="1067625" y="-1658125"/>
            <a:chExt cx="2887550" cy="2526600"/>
          </a:xfrm>
        </p:grpSpPr>
        <p:sp>
          <p:nvSpPr>
            <p:cNvPr id="383" name="Google Shape;383;p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"/>
          <p:cNvSpPr txBox="1">
            <a:spLocks noGrp="1"/>
          </p:cNvSpPr>
          <p:nvPr>
            <p:ph type="subTitle" idx="1"/>
          </p:nvPr>
        </p:nvSpPr>
        <p:spPr>
          <a:xfrm>
            <a:off x="1671740" y="1678250"/>
            <a:ext cx="4391700" cy="42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391" name="Google Shape;391;p5"/>
          <p:cNvSpPr txBox="1">
            <a:spLocks noGrp="1"/>
          </p:cNvSpPr>
          <p:nvPr>
            <p:ph type="subTitle" idx="2"/>
          </p:nvPr>
        </p:nvSpPr>
        <p:spPr>
          <a:xfrm>
            <a:off x="3080572" y="3338606"/>
            <a:ext cx="4391700" cy="42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392" name="Google Shape;392;p5"/>
          <p:cNvSpPr txBox="1">
            <a:spLocks noGrp="1"/>
          </p:cNvSpPr>
          <p:nvPr>
            <p:ph type="subTitle" idx="3"/>
          </p:nvPr>
        </p:nvSpPr>
        <p:spPr>
          <a:xfrm>
            <a:off x="1671740" y="2018050"/>
            <a:ext cx="43917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3" name="Google Shape;393;p5"/>
          <p:cNvSpPr txBox="1">
            <a:spLocks noGrp="1"/>
          </p:cNvSpPr>
          <p:nvPr>
            <p:ph type="subTitle" idx="4"/>
          </p:nvPr>
        </p:nvSpPr>
        <p:spPr>
          <a:xfrm>
            <a:off x="3080570" y="3678400"/>
            <a:ext cx="43917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4" name="Google Shape;394;p5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grpSp>
        <p:nvGrpSpPr>
          <p:cNvPr id="395" name="Google Shape;395;p5"/>
          <p:cNvGrpSpPr/>
          <p:nvPr/>
        </p:nvGrpSpPr>
        <p:grpSpPr>
          <a:xfrm rot="7200144">
            <a:off x="-809410" y="3328901"/>
            <a:ext cx="3689443" cy="3228255"/>
            <a:chOff x="1067625" y="-1658125"/>
            <a:chExt cx="2887550" cy="2526600"/>
          </a:xfrm>
        </p:grpSpPr>
        <p:sp>
          <p:nvSpPr>
            <p:cNvPr id="396" name="Google Shape;396;p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grpSp>
        <p:nvGrpSpPr>
          <p:cNvPr id="404" name="Google Shape;404;p6"/>
          <p:cNvGrpSpPr/>
          <p:nvPr/>
        </p:nvGrpSpPr>
        <p:grpSpPr>
          <a:xfrm rot="5400000">
            <a:off x="7563177" y="3334164"/>
            <a:ext cx="3689423" cy="3228237"/>
            <a:chOff x="1067625" y="-1658125"/>
            <a:chExt cx="2887550" cy="2526600"/>
          </a:xfrm>
        </p:grpSpPr>
        <p:sp>
          <p:nvSpPr>
            <p:cNvPr id="405" name="Google Shape;405;p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" name="Google Shape;411;p6"/>
          <p:cNvGrpSpPr/>
          <p:nvPr/>
        </p:nvGrpSpPr>
        <p:grpSpPr>
          <a:xfrm rot="10800000" flipH="1">
            <a:off x="-1928707" y="-3022366"/>
            <a:ext cx="2638315" cy="4402295"/>
            <a:chOff x="238125" y="1025750"/>
            <a:chExt cx="844450" cy="1409050"/>
          </a:xfrm>
        </p:grpSpPr>
        <p:sp>
          <p:nvSpPr>
            <p:cNvPr id="412" name="Google Shape;412;p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" name="Google Shape;462;p6"/>
          <p:cNvGrpSpPr/>
          <p:nvPr/>
        </p:nvGrpSpPr>
        <p:grpSpPr>
          <a:xfrm rot="10800000" flipH="1">
            <a:off x="8434393" y="-3022366"/>
            <a:ext cx="2638315" cy="4402295"/>
            <a:chOff x="238125" y="1025750"/>
            <a:chExt cx="844450" cy="1409050"/>
          </a:xfrm>
        </p:grpSpPr>
        <p:sp>
          <p:nvSpPr>
            <p:cNvPr id="463" name="Google Shape;463;p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6"/>
          <p:cNvGrpSpPr/>
          <p:nvPr/>
        </p:nvGrpSpPr>
        <p:grpSpPr>
          <a:xfrm rot="5400000">
            <a:off x="-1632423" y="4257064"/>
            <a:ext cx="3689423" cy="3228237"/>
            <a:chOff x="1067625" y="-1658125"/>
            <a:chExt cx="2887550" cy="2526600"/>
          </a:xfrm>
        </p:grpSpPr>
        <p:sp>
          <p:nvSpPr>
            <p:cNvPr id="514" name="Google Shape;514;p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"/>
          <p:cNvSpPr txBox="1">
            <a:spLocks noGrp="1"/>
          </p:cNvSpPr>
          <p:nvPr>
            <p:ph type="body" idx="1"/>
          </p:nvPr>
        </p:nvSpPr>
        <p:spPr>
          <a:xfrm>
            <a:off x="3967736" y="2038775"/>
            <a:ext cx="3933900" cy="17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2" name="Google Shape;522;p7"/>
          <p:cNvSpPr txBox="1">
            <a:spLocks noGrp="1"/>
          </p:cNvSpPr>
          <p:nvPr>
            <p:ph type="title"/>
          </p:nvPr>
        </p:nvSpPr>
        <p:spPr>
          <a:xfrm>
            <a:off x="3967725" y="1361750"/>
            <a:ext cx="39339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523" name="Google Shape;523;p7"/>
          <p:cNvSpPr>
            <a:spLocks noGrp="1"/>
          </p:cNvSpPr>
          <p:nvPr>
            <p:ph type="pic" idx="2"/>
          </p:nvPr>
        </p:nvSpPr>
        <p:spPr>
          <a:xfrm>
            <a:off x="1242376" y="819150"/>
            <a:ext cx="2362200" cy="35052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524" name="Google Shape;524;p7"/>
          <p:cNvGrpSpPr/>
          <p:nvPr/>
        </p:nvGrpSpPr>
        <p:grpSpPr>
          <a:xfrm flipH="1">
            <a:off x="6819968" y="4144659"/>
            <a:ext cx="2638315" cy="4402295"/>
            <a:chOff x="238125" y="1025750"/>
            <a:chExt cx="844450" cy="1409050"/>
          </a:xfrm>
        </p:grpSpPr>
        <p:sp>
          <p:nvSpPr>
            <p:cNvPr id="525" name="Google Shape;525;p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7"/>
          <p:cNvGrpSpPr/>
          <p:nvPr/>
        </p:nvGrpSpPr>
        <p:grpSpPr>
          <a:xfrm rot="10800000">
            <a:off x="-1467623" y="-1757836"/>
            <a:ext cx="3689423" cy="3228237"/>
            <a:chOff x="1067625" y="-1658125"/>
            <a:chExt cx="2887550" cy="2526600"/>
          </a:xfrm>
        </p:grpSpPr>
        <p:sp>
          <p:nvSpPr>
            <p:cNvPr id="576" name="Google Shape;576;p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8"/>
          <p:cNvSpPr txBox="1">
            <a:spLocks noGrp="1"/>
          </p:cNvSpPr>
          <p:nvPr>
            <p:ph type="title"/>
          </p:nvPr>
        </p:nvSpPr>
        <p:spPr>
          <a:xfrm>
            <a:off x="1388100" y="2584012"/>
            <a:ext cx="6367800" cy="20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84" name="Google Shape;584;p8"/>
          <p:cNvGrpSpPr/>
          <p:nvPr/>
        </p:nvGrpSpPr>
        <p:grpSpPr>
          <a:xfrm>
            <a:off x="1790692" y="4254685"/>
            <a:ext cx="2638315" cy="4402295"/>
            <a:chOff x="238125" y="1025750"/>
            <a:chExt cx="844450" cy="1409050"/>
          </a:xfrm>
        </p:grpSpPr>
        <p:sp>
          <p:nvSpPr>
            <p:cNvPr id="585" name="Google Shape;585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8"/>
          <p:cNvGrpSpPr/>
          <p:nvPr/>
        </p:nvGrpSpPr>
        <p:grpSpPr>
          <a:xfrm>
            <a:off x="4571398" y="4254685"/>
            <a:ext cx="2638315" cy="4402295"/>
            <a:chOff x="238125" y="1025750"/>
            <a:chExt cx="844450" cy="1409050"/>
          </a:xfrm>
        </p:grpSpPr>
        <p:sp>
          <p:nvSpPr>
            <p:cNvPr id="636" name="Google Shape;636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8"/>
          <p:cNvGrpSpPr/>
          <p:nvPr/>
        </p:nvGrpSpPr>
        <p:grpSpPr>
          <a:xfrm>
            <a:off x="-990008" y="4254685"/>
            <a:ext cx="2638315" cy="4402295"/>
            <a:chOff x="238125" y="1025750"/>
            <a:chExt cx="844450" cy="1409050"/>
          </a:xfrm>
        </p:grpSpPr>
        <p:sp>
          <p:nvSpPr>
            <p:cNvPr id="687" name="Google Shape;687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8"/>
          <p:cNvGrpSpPr/>
          <p:nvPr/>
        </p:nvGrpSpPr>
        <p:grpSpPr>
          <a:xfrm rot="10800000">
            <a:off x="6226435" y="-1787435"/>
            <a:ext cx="3689134" cy="3227984"/>
            <a:chOff x="1067625" y="-1658125"/>
            <a:chExt cx="2887550" cy="2526600"/>
          </a:xfrm>
        </p:grpSpPr>
        <p:sp>
          <p:nvSpPr>
            <p:cNvPr id="738" name="Google Shape;738;p8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8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8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8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8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8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"/>
          <p:cNvSpPr txBox="1">
            <a:spLocks noGrp="1"/>
          </p:cNvSpPr>
          <p:nvPr>
            <p:ph type="title"/>
          </p:nvPr>
        </p:nvSpPr>
        <p:spPr>
          <a:xfrm flipH="1">
            <a:off x="4402315" y="1514050"/>
            <a:ext cx="4357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6" name="Google Shape;746;p9"/>
          <p:cNvSpPr txBox="1">
            <a:spLocks noGrp="1"/>
          </p:cNvSpPr>
          <p:nvPr>
            <p:ph type="subTitle" idx="1"/>
          </p:nvPr>
        </p:nvSpPr>
        <p:spPr>
          <a:xfrm flipH="1">
            <a:off x="4402314" y="2262050"/>
            <a:ext cx="4357800" cy="13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47" name="Google Shape;747;p9"/>
          <p:cNvGrpSpPr/>
          <p:nvPr/>
        </p:nvGrpSpPr>
        <p:grpSpPr>
          <a:xfrm>
            <a:off x="1790692" y="4254685"/>
            <a:ext cx="2638315" cy="4402295"/>
            <a:chOff x="238125" y="1025750"/>
            <a:chExt cx="844450" cy="1409050"/>
          </a:xfrm>
        </p:grpSpPr>
        <p:sp>
          <p:nvSpPr>
            <p:cNvPr id="748" name="Google Shape;748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9"/>
          <p:cNvGrpSpPr/>
          <p:nvPr/>
        </p:nvGrpSpPr>
        <p:grpSpPr>
          <a:xfrm>
            <a:off x="6685948" y="3264085"/>
            <a:ext cx="2638315" cy="4402295"/>
            <a:chOff x="238125" y="1025750"/>
            <a:chExt cx="844450" cy="1409050"/>
          </a:xfrm>
        </p:grpSpPr>
        <p:sp>
          <p:nvSpPr>
            <p:cNvPr id="799" name="Google Shape;799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9"/>
          <p:cNvGrpSpPr/>
          <p:nvPr/>
        </p:nvGrpSpPr>
        <p:grpSpPr>
          <a:xfrm>
            <a:off x="-990008" y="4254685"/>
            <a:ext cx="2638315" cy="4402295"/>
            <a:chOff x="238125" y="1025750"/>
            <a:chExt cx="844450" cy="1409050"/>
          </a:xfrm>
        </p:grpSpPr>
        <p:sp>
          <p:nvSpPr>
            <p:cNvPr id="850" name="Google Shape;850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9"/>
          <p:cNvGrpSpPr/>
          <p:nvPr/>
        </p:nvGrpSpPr>
        <p:grpSpPr>
          <a:xfrm rot="10800000">
            <a:off x="-260090" y="-1473110"/>
            <a:ext cx="3689134" cy="3227984"/>
            <a:chOff x="1067625" y="-1658125"/>
            <a:chExt cx="2887550" cy="2526600"/>
          </a:xfrm>
        </p:grpSpPr>
        <p:sp>
          <p:nvSpPr>
            <p:cNvPr id="901" name="Google Shape;901;p9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0"/>
          <p:cNvSpPr txBox="1">
            <a:spLocks noGrp="1"/>
          </p:cNvSpPr>
          <p:nvPr>
            <p:ph type="title"/>
          </p:nvPr>
        </p:nvSpPr>
        <p:spPr>
          <a:xfrm>
            <a:off x="1960200" y="3343275"/>
            <a:ext cx="5223600" cy="1267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09" name="Google Shape;909;p10"/>
          <p:cNvGrpSpPr/>
          <p:nvPr/>
        </p:nvGrpSpPr>
        <p:grpSpPr>
          <a:xfrm rot="10800000">
            <a:off x="-8" y="-1946090"/>
            <a:ext cx="2638315" cy="4402295"/>
            <a:chOff x="238125" y="1025750"/>
            <a:chExt cx="844450" cy="1409050"/>
          </a:xfrm>
        </p:grpSpPr>
        <p:sp>
          <p:nvSpPr>
            <p:cNvPr id="910" name="Google Shape;910;p10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0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0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0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0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0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0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0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0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0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0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0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0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0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0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0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0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0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0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0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0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0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0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0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0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0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0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0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0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0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0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0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0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0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0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0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0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0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0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0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0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0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0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0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10"/>
          <p:cNvGrpSpPr/>
          <p:nvPr/>
        </p:nvGrpSpPr>
        <p:grpSpPr>
          <a:xfrm rot="10800000">
            <a:off x="7183810" y="2456190"/>
            <a:ext cx="3689134" cy="3227984"/>
            <a:chOff x="1067625" y="-1658125"/>
            <a:chExt cx="2887550" cy="2526600"/>
          </a:xfrm>
        </p:grpSpPr>
        <p:sp>
          <p:nvSpPr>
            <p:cNvPr id="961" name="Google Shape;961;p1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0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0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0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0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1"/>
          <p:cNvSpPr txBox="1">
            <a:spLocks noGrp="1"/>
          </p:cNvSpPr>
          <p:nvPr>
            <p:ph type="title" hasCustomPrompt="1"/>
          </p:nvPr>
        </p:nvSpPr>
        <p:spPr>
          <a:xfrm>
            <a:off x="709600" y="1490388"/>
            <a:ext cx="61404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69" name="Google Shape;969;p11"/>
          <p:cNvSpPr txBox="1">
            <a:spLocks noGrp="1"/>
          </p:cNvSpPr>
          <p:nvPr>
            <p:ph type="subTitle" idx="1"/>
          </p:nvPr>
        </p:nvSpPr>
        <p:spPr>
          <a:xfrm>
            <a:off x="709600" y="3204613"/>
            <a:ext cx="6140400" cy="4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0" name="Google Shape;970;p11"/>
          <p:cNvGrpSpPr/>
          <p:nvPr/>
        </p:nvGrpSpPr>
        <p:grpSpPr>
          <a:xfrm>
            <a:off x="4333943" y="3607034"/>
            <a:ext cx="2638315" cy="4402295"/>
            <a:chOff x="238125" y="1025750"/>
            <a:chExt cx="844450" cy="1409050"/>
          </a:xfrm>
        </p:grpSpPr>
        <p:sp>
          <p:nvSpPr>
            <p:cNvPr id="971" name="Google Shape;971;p11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1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1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1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1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1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1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1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1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1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1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1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1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1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1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1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1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1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1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1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1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1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1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1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1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1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1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1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1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1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1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1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1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1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1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1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1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1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1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1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1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1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1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1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1" name="Google Shape;1021;p11"/>
          <p:cNvGrpSpPr/>
          <p:nvPr/>
        </p:nvGrpSpPr>
        <p:grpSpPr>
          <a:xfrm flipH="1">
            <a:off x="7115243" y="1490409"/>
            <a:ext cx="2638315" cy="4402295"/>
            <a:chOff x="238125" y="1025750"/>
            <a:chExt cx="844450" cy="1409050"/>
          </a:xfrm>
        </p:grpSpPr>
        <p:sp>
          <p:nvSpPr>
            <p:cNvPr id="1022" name="Google Shape;1022;p11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1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1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1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1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1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1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1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1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1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1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1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1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1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1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1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1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1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1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1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1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1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1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1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1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1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1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1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1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1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1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1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1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1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1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1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1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1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1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1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1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1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1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1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1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1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1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1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1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5400012" scaled="0"/>
        </a:gradFill>
        <a:effectLst/>
      </p:bgPr>
    </p:bg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3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075" name="Google Shape;1075;p13"/>
          <p:cNvSpPr txBox="1">
            <a:spLocks noGrp="1"/>
          </p:cNvSpPr>
          <p:nvPr>
            <p:ph type="title" idx="2" hasCustomPrompt="1"/>
          </p:nvPr>
        </p:nvSpPr>
        <p:spPr>
          <a:xfrm>
            <a:off x="3320925" y="1893113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 b="1"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6" name="Google Shape;1076;p13"/>
          <p:cNvSpPr txBox="1">
            <a:spLocks noGrp="1"/>
          </p:cNvSpPr>
          <p:nvPr>
            <p:ph type="title" idx="3" hasCustomPrompt="1"/>
          </p:nvPr>
        </p:nvSpPr>
        <p:spPr>
          <a:xfrm>
            <a:off x="5020575" y="1893113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7" name="Google Shape;1077;p13"/>
          <p:cNvSpPr txBox="1">
            <a:spLocks noGrp="1"/>
          </p:cNvSpPr>
          <p:nvPr>
            <p:ph type="title" idx="4" hasCustomPrompt="1"/>
          </p:nvPr>
        </p:nvSpPr>
        <p:spPr>
          <a:xfrm>
            <a:off x="3320925" y="2854382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8" name="Google Shape;1078;p13"/>
          <p:cNvSpPr txBox="1">
            <a:spLocks noGrp="1"/>
          </p:cNvSpPr>
          <p:nvPr>
            <p:ph type="title" idx="5" hasCustomPrompt="1"/>
          </p:nvPr>
        </p:nvSpPr>
        <p:spPr>
          <a:xfrm>
            <a:off x="5020575" y="2854382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9" name="Google Shape;1079;p13"/>
          <p:cNvSpPr txBox="1">
            <a:spLocks noGrp="1"/>
          </p:cNvSpPr>
          <p:nvPr>
            <p:ph type="title" idx="6" hasCustomPrompt="1"/>
          </p:nvPr>
        </p:nvSpPr>
        <p:spPr>
          <a:xfrm>
            <a:off x="3320925" y="3815651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0" name="Google Shape;1080;p13"/>
          <p:cNvSpPr txBox="1">
            <a:spLocks noGrp="1"/>
          </p:cNvSpPr>
          <p:nvPr>
            <p:ph type="title" idx="7" hasCustomPrompt="1"/>
          </p:nvPr>
        </p:nvSpPr>
        <p:spPr>
          <a:xfrm>
            <a:off x="5020575" y="3815651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1" name="Google Shape;1081;p13"/>
          <p:cNvSpPr txBox="1">
            <a:spLocks noGrp="1"/>
          </p:cNvSpPr>
          <p:nvPr>
            <p:ph type="subTitle" idx="1"/>
          </p:nvPr>
        </p:nvSpPr>
        <p:spPr>
          <a:xfrm>
            <a:off x="1629825" y="1893113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2" name="Google Shape;1082;p13"/>
          <p:cNvSpPr txBox="1">
            <a:spLocks noGrp="1"/>
          </p:cNvSpPr>
          <p:nvPr>
            <p:ph type="subTitle" idx="8"/>
          </p:nvPr>
        </p:nvSpPr>
        <p:spPr>
          <a:xfrm>
            <a:off x="1629825" y="2854382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3" name="Google Shape;1083;p13"/>
          <p:cNvSpPr txBox="1">
            <a:spLocks noGrp="1"/>
          </p:cNvSpPr>
          <p:nvPr>
            <p:ph type="subTitle" idx="9"/>
          </p:nvPr>
        </p:nvSpPr>
        <p:spPr>
          <a:xfrm>
            <a:off x="1629825" y="3815651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4" name="Google Shape;1084;p13"/>
          <p:cNvSpPr txBox="1">
            <a:spLocks noGrp="1"/>
          </p:cNvSpPr>
          <p:nvPr>
            <p:ph type="subTitle" idx="13"/>
          </p:nvPr>
        </p:nvSpPr>
        <p:spPr>
          <a:xfrm>
            <a:off x="5963175" y="1893113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5" name="Google Shape;1085;p13"/>
          <p:cNvSpPr txBox="1">
            <a:spLocks noGrp="1"/>
          </p:cNvSpPr>
          <p:nvPr>
            <p:ph type="subTitle" idx="14"/>
          </p:nvPr>
        </p:nvSpPr>
        <p:spPr>
          <a:xfrm>
            <a:off x="5963175" y="2854382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6" name="Google Shape;1086;p13"/>
          <p:cNvSpPr txBox="1">
            <a:spLocks noGrp="1"/>
          </p:cNvSpPr>
          <p:nvPr>
            <p:ph type="subTitle" idx="15"/>
          </p:nvPr>
        </p:nvSpPr>
        <p:spPr>
          <a:xfrm>
            <a:off x="5963175" y="3815651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87" name="Google Shape;1087;p13"/>
          <p:cNvGrpSpPr/>
          <p:nvPr/>
        </p:nvGrpSpPr>
        <p:grpSpPr>
          <a:xfrm flipH="1">
            <a:off x="-1370432" y="844784"/>
            <a:ext cx="2638315" cy="4402295"/>
            <a:chOff x="238125" y="1025750"/>
            <a:chExt cx="844450" cy="1409050"/>
          </a:xfrm>
        </p:grpSpPr>
        <p:sp>
          <p:nvSpPr>
            <p:cNvPr id="1088" name="Google Shape;1088;p1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3"/>
          <p:cNvGrpSpPr/>
          <p:nvPr/>
        </p:nvGrpSpPr>
        <p:grpSpPr>
          <a:xfrm rot="5400000">
            <a:off x="7423677" y="2243089"/>
            <a:ext cx="3689423" cy="3228237"/>
            <a:chOff x="1067625" y="-1658125"/>
            <a:chExt cx="2887550" cy="2526600"/>
          </a:xfrm>
        </p:grpSpPr>
        <p:sp>
          <p:nvSpPr>
            <p:cNvPr id="1139" name="Google Shape;1139;p1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3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3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3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3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4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grpSp>
        <p:nvGrpSpPr>
          <p:cNvPr id="1147" name="Google Shape;1147;p14"/>
          <p:cNvGrpSpPr/>
          <p:nvPr/>
        </p:nvGrpSpPr>
        <p:grpSpPr>
          <a:xfrm rot="7200144">
            <a:off x="7210640" y="1194051"/>
            <a:ext cx="3689443" cy="3228255"/>
            <a:chOff x="1067625" y="-1658125"/>
            <a:chExt cx="2887550" cy="2526600"/>
          </a:xfrm>
        </p:grpSpPr>
        <p:sp>
          <p:nvSpPr>
            <p:cNvPr id="1148" name="Google Shape;1148;p1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4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4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4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4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4" name="Google Shape;1154;p14"/>
          <p:cNvGrpSpPr/>
          <p:nvPr/>
        </p:nvGrpSpPr>
        <p:grpSpPr>
          <a:xfrm flipH="1">
            <a:off x="4220143" y="4672384"/>
            <a:ext cx="2638315" cy="4402295"/>
            <a:chOff x="238125" y="1025750"/>
            <a:chExt cx="844450" cy="1409050"/>
          </a:xfrm>
        </p:grpSpPr>
        <p:sp>
          <p:nvSpPr>
            <p:cNvPr id="1155" name="Google Shape;1155;p1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5" name="Google Shape;1205;p14"/>
          <p:cNvGrpSpPr/>
          <p:nvPr/>
        </p:nvGrpSpPr>
        <p:grpSpPr>
          <a:xfrm flipH="1">
            <a:off x="1057843" y="4481884"/>
            <a:ext cx="2638315" cy="4402295"/>
            <a:chOff x="238125" y="1025750"/>
            <a:chExt cx="844450" cy="1409050"/>
          </a:xfrm>
        </p:grpSpPr>
        <p:sp>
          <p:nvSpPr>
            <p:cNvPr id="1206" name="Google Shape;1206;p1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6" name="Google Shape;1256;p14"/>
          <p:cNvGrpSpPr/>
          <p:nvPr/>
        </p:nvGrpSpPr>
        <p:grpSpPr>
          <a:xfrm rot="7200144">
            <a:off x="-2200060" y="1098801"/>
            <a:ext cx="3689443" cy="3228255"/>
            <a:chOff x="1067625" y="-1658125"/>
            <a:chExt cx="2887550" cy="2526600"/>
          </a:xfrm>
        </p:grpSpPr>
        <p:sp>
          <p:nvSpPr>
            <p:cNvPr id="1257" name="Google Shape;1257;p1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4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4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4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4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"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5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grpSp>
        <p:nvGrpSpPr>
          <p:cNvPr id="1265" name="Google Shape;1265;p15"/>
          <p:cNvGrpSpPr/>
          <p:nvPr/>
        </p:nvGrpSpPr>
        <p:grpSpPr>
          <a:xfrm rot="5400000" flipH="1">
            <a:off x="7944177" y="-329513"/>
            <a:ext cx="3689423" cy="3228237"/>
            <a:chOff x="1067625" y="-1658125"/>
            <a:chExt cx="2887550" cy="2526600"/>
          </a:xfrm>
        </p:grpSpPr>
        <p:sp>
          <p:nvSpPr>
            <p:cNvPr id="1266" name="Google Shape;1266;p1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5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5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5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5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2" name="Google Shape;1272;p15"/>
          <p:cNvGrpSpPr/>
          <p:nvPr/>
        </p:nvGrpSpPr>
        <p:grpSpPr>
          <a:xfrm rot="5400000" flipH="1">
            <a:off x="-1904373" y="-2177363"/>
            <a:ext cx="3689423" cy="3228237"/>
            <a:chOff x="1067625" y="-1658125"/>
            <a:chExt cx="2887550" cy="2526600"/>
          </a:xfrm>
        </p:grpSpPr>
        <p:sp>
          <p:nvSpPr>
            <p:cNvPr id="1273" name="Google Shape;1273;p1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5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5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5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5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9" name="Google Shape;1279;p15"/>
          <p:cNvGrpSpPr/>
          <p:nvPr/>
        </p:nvGrpSpPr>
        <p:grpSpPr>
          <a:xfrm>
            <a:off x="8605843" y="3681258"/>
            <a:ext cx="2638315" cy="4402295"/>
            <a:chOff x="238125" y="1025750"/>
            <a:chExt cx="844450" cy="1409050"/>
          </a:xfrm>
        </p:grpSpPr>
        <p:sp>
          <p:nvSpPr>
            <p:cNvPr id="1280" name="Google Shape;1280;p1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0" name="Google Shape;1330;p15"/>
          <p:cNvGrpSpPr/>
          <p:nvPr/>
        </p:nvGrpSpPr>
        <p:grpSpPr>
          <a:xfrm>
            <a:off x="-2043007" y="3845159"/>
            <a:ext cx="2638315" cy="4402295"/>
            <a:chOff x="238125" y="1025750"/>
            <a:chExt cx="844450" cy="1409050"/>
          </a:xfrm>
        </p:grpSpPr>
        <p:sp>
          <p:nvSpPr>
            <p:cNvPr id="1331" name="Google Shape;1331;p1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7"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6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383" name="Google Shape;1383;p16"/>
          <p:cNvSpPr txBox="1">
            <a:spLocks noGrp="1"/>
          </p:cNvSpPr>
          <p:nvPr>
            <p:ph type="subTitle" idx="1"/>
          </p:nvPr>
        </p:nvSpPr>
        <p:spPr>
          <a:xfrm>
            <a:off x="720000" y="1161350"/>
            <a:ext cx="7271400" cy="10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384" name="Google Shape;1384;p16"/>
          <p:cNvGrpSpPr/>
          <p:nvPr/>
        </p:nvGrpSpPr>
        <p:grpSpPr>
          <a:xfrm rot="10800000" flipH="1">
            <a:off x="8434393" y="-2327041"/>
            <a:ext cx="2638315" cy="4402295"/>
            <a:chOff x="238125" y="1025750"/>
            <a:chExt cx="844450" cy="1409050"/>
          </a:xfrm>
        </p:grpSpPr>
        <p:sp>
          <p:nvSpPr>
            <p:cNvPr id="1385" name="Google Shape;1385;p1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5" name="Google Shape;1435;p16"/>
          <p:cNvGrpSpPr/>
          <p:nvPr/>
        </p:nvGrpSpPr>
        <p:grpSpPr>
          <a:xfrm rot="7423493">
            <a:off x="-2247598" y="3471844"/>
            <a:ext cx="3689493" cy="3228298"/>
            <a:chOff x="1067625" y="-1658125"/>
            <a:chExt cx="2887550" cy="2526600"/>
          </a:xfrm>
        </p:grpSpPr>
        <p:sp>
          <p:nvSpPr>
            <p:cNvPr id="1436" name="Google Shape;1436;p1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8"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7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444" name="Google Shape;1444;p17"/>
          <p:cNvSpPr txBox="1">
            <a:spLocks noGrp="1"/>
          </p:cNvSpPr>
          <p:nvPr>
            <p:ph type="subTitle" idx="1"/>
          </p:nvPr>
        </p:nvSpPr>
        <p:spPr>
          <a:xfrm>
            <a:off x="720000" y="1161350"/>
            <a:ext cx="7080900" cy="20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45" name="Google Shape;1445;p17"/>
          <p:cNvGrpSpPr/>
          <p:nvPr/>
        </p:nvGrpSpPr>
        <p:grpSpPr>
          <a:xfrm flipH="1">
            <a:off x="201193" y="3397484"/>
            <a:ext cx="2638315" cy="4402295"/>
            <a:chOff x="238125" y="1025750"/>
            <a:chExt cx="844450" cy="1409050"/>
          </a:xfrm>
        </p:grpSpPr>
        <p:sp>
          <p:nvSpPr>
            <p:cNvPr id="1446" name="Google Shape;1446;p1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1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1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1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1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1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1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1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1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1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1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1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1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1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1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1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1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1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1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1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8"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8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498" name="Google Shape;1498;p18"/>
          <p:cNvSpPr txBox="1">
            <a:spLocks noGrp="1"/>
          </p:cNvSpPr>
          <p:nvPr>
            <p:ph type="subTitle" idx="1"/>
          </p:nvPr>
        </p:nvSpPr>
        <p:spPr>
          <a:xfrm flipH="1">
            <a:off x="1365994" y="2173825"/>
            <a:ext cx="3463800" cy="17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499" name="Google Shape;1499;p18"/>
          <p:cNvSpPr>
            <a:spLocks noGrp="1"/>
          </p:cNvSpPr>
          <p:nvPr>
            <p:ph type="pic" idx="2"/>
          </p:nvPr>
        </p:nvSpPr>
        <p:spPr>
          <a:xfrm>
            <a:off x="5415806" y="1521925"/>
            <a:ext cx="2362200" cy="3083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1500" name="Google Shape;1500;p18"/>
          <p:cNvGrpSpPr/>
          <p:nvPr/>
        </p:nvGrpSpPr>
        <p:grpSpPr>
          <a:xfrm rot="5400000">
            <a:off x="-2521636" y="2468559"/>
            <a:ext cx="3689134" cy="3227984"/>
            <a:chOff x="1067625" y="-1658125"/>
            <a:chExt cx="2887550" cy="2526600"/>
          </a:xfrm>
        </p:grpSpPr>
        <p:sp>
          <p:nvSpPr>
            <p:cNvPr id="1501" name="Google Shape;1501;p18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7" name="Google Shape;1507;p18"/>
          <p:cNvGrpSpPr/>
          <p:nvPr/>
        </p:nvGrpSpPr>
        <p:grpSpPr>
          <a:xfrm>
            <a:off x="8682043" y="785658"/>
            <a:ext cx="2638315" cy="4402295"/>
            <a:chOff x="238125" y="1025750"/>
            <a:chExt cx="844450" cy="1409050"/>
          </a:xfrm>
        </p:grpSpPr>
        <p:sp>
          <p:nvSpPr>
            <p:cNvPr id="1508" name="Google Shape;1508;p1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9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60" name="Google Shape;1560;p19"/>
          <p:cNvSpPr txBox="1">
            <a:spLocks noGrp="1"/>
          </p:cNvSpPr>
          <p:nvPr>
            <p:ph type="subTitle" idx="1"/>
          </p:nvPr>
        </p:nvSpPr>
        <p:spPr>
          <a:xfrm>
            <a:off x="721500" y="2356525"/>
            <a:ext cx="2343000" cy="4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61" name="Google Shape;1561;p19"/>
          <p:cNvSpPr txBox="1">
            <a:spLocks noGrp="1"/>
          </p:cNvSpPr>
          <p:nvPr>
            <p:ph type="subTitle" idx="2"/>
          </p:nvPr>
        </p:nvSpPr>
        <p:spPr>
          <a:xfrm>
            <a:off x="720000" y="2725894"/>
            <a:ext cx="23460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2" name="Google Shape;1562;p19"/>
          <p:cNvSpPr txBox="1">
            <a:spLocks noGrp="1"/>
          </p:cNvSpPr>
          <p:nvPr>
            <p:ph type="subTitle" idx="3"/>
          </p:nvPr>
        </p:nvSpPr>
        <p:spPr>
          <a:xfrm>
            <a:off x="3402000" y="2018081"/>
            <a:ext cx="23430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3" name="Google Shape;1563;p19"/>
          <p:cNvSpPr txBox="1">
            <a:spLocks noGrp="1"/>
          </p:cNvSpPr>
          <p:nvPr>
            <p:ph type="subTitle" idx="4"/>
          </p:nvPr>
        </p:nvSpPr>
        <p:spPr>
          <a:xfrm>
            <a:off x="6081000" y="2725900"/>
            <a:ext cx="23430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4" name="Google Shape;1564;p19"/>
          <p:cNvSpPr txBox="1">
            <a:spLocks noGrp="1"/>
          </p:cNvSpPr>
          <p:nvPr>
            <p:ph type="subTitle" idx="5"/>
          </p:nvPr>
        </p:nvSpPr>
        <p:spPr>
          <a:xfrm>
            <a:off x="3402061" y="1648719"/>
            <a:ext cx="2343000" cy="4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65" name="Google Shape;1565;p19"/>
          <p:cNvSpPr txBox="1">
            <a:spLocks noGrp="1"/>
          </p:cNvSpPr>
          <p:nvPr>
            <p:ph type="subTitle" idx="6"/>
          </p:nvPr>
        </p:nvSpPr>
        <p:spPr>
          <a:xfrm>
            <a:off x="6081001" y="2356525"/>
            <a:ext cx="2343000" cy="4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20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5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68" name="Google Shape;1568;p20"/>
          <p:cNvSpPr txBox="1">
            <a:spLocks noGrp="1"/>
          </p:cNvSpPr>
          <p:nvPr>
            <p:ph type="subTitle" idx="1"/>
          </p:nvPr>
        </p:nvSpPr>
        <p:spPr>
          <a:xfrm>
            <a:off x="976334" y="1633275"/>
            <a:ext cx="34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69" name="Google Shape;1569;p20"/>
          <p:cNvSpPr txBox="1">
            <a:spLocks noGrp="1"/>
          </p:cNvSpPr>
          <p:nvPr>
            <p:ph type="subTitle" idx="2"/>
          </p:nvPr>
        </p:nvSpPr>
        <p:spPr>
          <a:xfrm>
            <a:off x="976338" y="2129775"/>
            <a:ext cx="3477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0" name="Google Shape;1570;p20"/>
          <p:cNvSpPr txBox="1">
            <a:spLocks noGrp="1"/>
          </p:cNvSpPr>
          <p:nvPr>
            <p:ph type="subTitle" idx="3"/>
          </p:nvPr>
        </p:nvSpPr>
        <p:spPr>
          <a:xfrm>
            <a:off x="4887725" y="2129775"/>
            <a:ext cx="3477900" cy="67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1" name="Google Shape;1571;p20"/>
          <p:cNvSpPr txBox="1">
            <a:spLocks noGrp="1"/>
          </p:cNvSpPr>
          <p:nvPr>
            <p:ph type="subTitle" idx="4"/>
          </p:nvPr>
        </p:nvSpPr>
        <p:spPr>
          <a:xfrm>
            <a:off x="976338" y="3546975"/>
            <a:ext cx="3477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2" name="Google Shape;1572;p20"/>
          <p:cNvSpPr txBox="1">
            <a:spLocks noGrp="1"/>
          </p:cNvSpPr>
          <p:nvPr>
            <p:ph type="subTitle" idx="5"/>
          </p:nvPr>
        </p:nvSpPr>
        <p:spPr>
          <a:xfrm>
            <a:off x="4888908" y="3546975"/>
            <a:ext cx="3477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3" name="Google Shape;1573;p20"/>
          <p:cNvSpPr txBox="1">
            <a:spLocks noGrp="1"/>
          </p:cNvSpPr>
          <p:nvPr>
            <p:ph type="subTitle" idx="6"/>
          </p:nvPr>
        </p:nvSpPr>
        <p:spPr>
          <a:xfrm>
            <a:off x="976334" y="3050475"/>
            <a:ext cx="34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74" name="Google Shape;1574;p20"/>
          <p:cNvSpPr txBox="1">
            <a:spLocks noGrp="1"/>
          </p:cNvSpPr>
          <p:nvPr>
            <p:ph type="subTitle" idx="7"/>
          </p:nvPr>
        </p:nvSpPr>
        <p:spPr>
          <a:xfrm>
            <a:off x="4888900" y="1633275"/>
            <a:ext cx="34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75" name="Google Shape;1575;p20"/>
          <p:cNvSpPr txBox="1">
            <a:spLocks noGrp="1"/>
          </p:cNvSpPr>
          <p:nvPr>
            <p:ph type="subTitle" idx="8"/>
          </p:nvPr>
        </p:nvSpPr>
        <p:spPr>
          <a:xfrm>
            <a:off x="4888900" y="3050475"/>
            <a:ext cx="34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grpSp>
        <p:nvGrpSpPr>
          <p:cNvPr id="1576" name="Google Shape;1576;p20"/>
          <p:cNvGrpSpPr/>
          <p:nvPr/>
        </p:nvGrpSpPr>
        <p:grpSpPr>
          <a:xfrm rot="10800000">
            <a:off x="-2295127" y="-1146084"/>
            <a:ext cx="3689423" cy="3228237"/>
            <a:chOff x="1067625" y="-1658125"/>
            <a:chExt cx="2887550" cy="2526600"/>
          </a:xfrm>
        </p:grpSpPr>
        <p:sp>
          <p:nvSpPr>
            <p:cNvPr id="1577" name="Google Shape;1577;p2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3" name="Google Shape;1583;p20"/>
          <p:cNvGrpSpPr/>
          <p:nvPr/>
        </p:nvGrpSpPr>
        <p:grpSpPr>
          <a:xfrm flipH="1">
            <a:off x="8434393" y="1633284"/>
            <a:ext cx="2638315" cy="4402295"/>
            <a:chOff x="238125" y="1025750"/>
            <a:chExt cx="844450" cy="1409050"/>
          </a:xfrm>
        </p:grpSpPr>
        <p:sp>
          <p:nvSpPr>
            <p:cNvPr id="1584" name="Google Shape;1584;p20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0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0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0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0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0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0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0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0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0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0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0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0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0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0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0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0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0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21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636" name="Google Shape;1636;p21"/>
          <p:cNvSpPr txBox="1">
            <a:spLocks noGrp="1"/>
          </p:cNvSpPr>
          <p:nvPr>
            <p:ph type="subTitle" idx="1"/>
          </p:nvPr>
        </p:nvSpPr>
        <p:spPr>
          <a:xfrm>
            <a:off x="723000" y="2058002"/>
            <a:ext cx="2364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7" name="Google Shape;1637;p21"/>
          <p:cNvSpPr txBox="1">
            <a:spLocks noGrp="1"/>
          </p:cNvSpPr>
          <p:nvPr>
            <p:ph type="subTitle" idx="2"/>
          </p:nvPr>
        </p:nvSpPr>
        <p:spPr>
          <a:xfrm>
            <a:off x="3390000" y="2058002"/>
            <a:ext cx="2364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8" name="Google Shape;1638;p21"/>
          <p:cNvSpPr txBox="1">
            <a:spLocks noGrp="1"/>
          </p:cNvSpPr>
          <p:nvPr>
            <p:ph type="subTitle" idx="3"/>
          </p:nvPr>
        </p:nvSpPr>
        <p:spPr>
          <a:xfrm>
            <a:off x="6057001" y="2058002"/>
            <a:ext cx="2367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9" name="Google Shape;1639;p21"/>
          <p:cNvSpPr txBox="1">
            <a:spLocks noGrp="1"/>
          </p:cNvSpPr>
          <p:nvPr>
            <p:ph type="subTitle" idx="4"/>
          </p:nvPr>
        </p:nvSpPr>
        <p:spPr>
          <a:xfrm>
            <a:off x="723000" y="3720769"/>
            <a:ext cx="2364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0" name="Google Shape;1640;p21"/>
          <p:cNvSpPr txBox="1">
            <a:spLocks noGrp="1"/>
          </p:cNvSpPr>
          <p:nvPr>
            <p:ph type="subTitle" idx="5"/>
          </p:nvPr>
        </p:nvSpPr>
        <p:spPr>
          <a:xfrm>
            <a:off x="3390000" y="3720769"/>
            <a:ext cx="2364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1" name="Google Shape;1641;p21"/>
          <p:cNvSpPr txBox="1">
            <a:spLocks noGrp="1"/>
          </p:cNvSpPr>
          <p:nvPr>
            <p:ph type="subTitle" idx="6"/>
          </p:nvPr>
        </p:nvSpPr>
        <p:spPr>
          <a:xfrm>
            <a:off x="6057001" y="3720769"/>
            <a:ext cx="2367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2" name="Google Shape;1642;p21"/>
          <p:cNvSpPr txBox="1">
            <a:spLocks noGrp="1"/>
          </p:cNvSpPr>
          <p:nvPr>
            <p:ph type="subTitle" idx="7"/>
          </p:nvPr>
        </p:nvSpPr>
        <p:spPr>
          <a:xfrm>
            <a:off x="723000" y="1635478"/>
            <a:ext cx="2364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3" name="Google Shape;1643;p21"/>
          <p:cNvSpPr txBox="1">
            <a:spLocks noGrp="1"/>
          </p:cNvSpPr>
          <p:nvPr>
            <p:ph type="subTitle" idx="8"/>
          </p:nvPr>
        </p:nvSpPr>
        <p:spPr>
          <a:xfrm>
            <a:off x="3389997" y="1635478"/>
            <a:ext cx="2364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4" name="Google Shape;1644;p21"/>
          <p:cNvSpPr txBox="1">
            <a:spLocks noGrp="1"/>
          </p:cNvSpPr>
          <p:nvPr>
            <p:ph type="subTitle" idx="9"/>
          </p:nvPr>
        </p:nvSpPr>
        <p:spPr>
          <a:xfrm>
            <a:off x="6057000" y="1635478"/>
            <a:ext cx="2367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5" name="Google Shape;1645;p21"/>
          <p:cNvSpPr txBox="1">
            <a:spLocks noGrp="1"/>
          </p:cNvSpPr>
          <p:nvPr>
            <p:ph type="subTitle" idx="13"/>
          </p:nvPr>
        </p:nvSpPr>
        <p:spPr>
          <a:xfrm>
            <a:off x="723000" y="3298094"/>
            <a:ext cx="2364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6" name="Google Shape;1646;p21"/>
          <p:cNvSpPr txBox="1">
            <a:spLocks noGrp="1"/>
          </p:cNvSpPr>
          <p:nvPr>
            <p:ph type="subTitle" idx="14"/>
          </p:nvPr>
        </p:nvSpPr>
        <p:spPr>
          <a:xfrm>
            <a:off x="3389997" y="3298094"/>
            <a:ext cx="2364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7" name="Google Shape;1647;p21"/>
          <p:cNvSpPr txBox="1">
            <a:spLocks noGrp="1"/>
          </p:cNvSpPr>
          <p:nvPr>
            <p:ph type="subTitle" idx="15"/>
          </p:nvPr>
        </p:nvSpPr>
        <p:spPr>
          <a:xfrm>
            <a:off x="6057000" y="3298094"/>
            <a:ext cx="2367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648" name="Google Shape;1648;p21"/>
          <p:cNvGrpSpPr/>
          <p:nvPr/>
        </p:nvGrpSpPr>
        <p:grpSpPr>
          <a:xfrm flipH="1">
            <a:off x="-2083882" y="3122934"/>
            <a:ext cx="2638315" cy="4402295"/>
            <a:chOff x="238125" y="1025750"/>
            <a:chExt cx="844450" cy="1409050"/>
          </a:xfrm>
        </p:grpSpPr>
        <p:sp>
          <p:nvSpPr>
            <p:cNvPr id="1649" name="Google Shape;1649;p21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1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1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1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1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1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1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1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1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1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1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21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21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22"/>
          <p:cNvSpPr txBox="1">
            <a:spLocks noGrp="1"/>
          </p:cNvSpPr>
          <p:nvPr>
            <p:ph type="title" hasCustomPrompt="1"/>
          </p:nvPr>
        </p:nvSpPr>
        <p:spPr>
          <a:xfrm>
            <a:off x="1987050" y="579875"/>
            <a:ext cx="51699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701" name="Google Shape;1701;p22"/>
          <p:cNvSpPr txBox="1">
            <a:spLocks noGrp="1"/>
          </p:cNvSpPr>
          <p:nvPr>
            <p:ph type="subTitle" idx="1"/>
          </p:nvPr>
        </p:nvSpPr>
        <p:spPr>
          <a:xfrm>
            <a:off x="1987050" y="1594349"/>
            <a:ext cx="5169900" cy="3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2"/>
          <p:cNvSpPr txBox="1">
            <a:spLocks noGrp="1"/>
          </p:cNvSpPr>
          <p:nvPr>
            <p:ph type="title" idx="2" hasCustomPrompt="1"/>
          </p:nvPr>
        </p:nvSpPr>
        <p:spPr>
          <a:xfrm>
            <a:off x="1987050" y="1883608"/>
            <a:ext cx="51699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703" name="Google Shape;1703;p22"/>
          <p:cNvSpPr txBox="1">
            <a:spLocks noGrp="1"/>
          </p:cNvSpPr>
          <p:nvPr>
            <p:ph type="subTitle" idx="3"/>
          </p:nvPr>
        </p:nvSpPr>
        <p:spPr>
          <a:xfrm>
            <a:off x="1987050" y="2898087"/>
            <a:ext cx="5169900" cy="3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4" name="Google Shape;1704;p22"/>
          <p:cNvSpPr txBox="1">
            <a:spLocks noGrp="1"/>
          </p:cNvSpPr>
          <p:nvPr>
            <p:ph type="title" idx="4" hasCustomPrompt="1"/>
          </p:nvPr>
        </p:nvSpPr>
        <p:spPr>
          <a:xfrm>
            <a:off x="1987050" y="3187353"/>
            <a:ext cx="5169900" cy="8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705" name="Google Shape;1705;p22"/>
          <p:cNvSpPr txBox="1">
            <a:spLocks noGrp="1"/>
          </p:cNvSpPr>
          <p:nvPr>
            <p:ph type="subTitle" idx="5"/>
          </p:nvPr>
        </p:nvSpPr>
        <p:spPr>
          <a:xfrm>
            <a:off x="1987050" y="4201825"/>
            <a:ext cx="5169900" cy="3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6" name="Google Shape;1706;p22"/>
          <p:cNvGrpSpPr/>
          <p:nvPr/>
        </p:nvGrpSpPr>
        <p:grpSpPr>
          <a:xfrm>
            <a:off x="-789407" y="4163630"/>
            <a:ext cx="3689423" cy="3228237"/>
            <a:chOff x="1067625" y="-1658125"/>
            <a:chExt cx="2887550" cy="2526600"/>
          </a:xfrm>
        </p:grpSpPr>
        <p:sp>
          <p:nvSpPr>
            <p:cNvPr id="1707" name="Google Shape;1707;p2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22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22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22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22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2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3" name="Google Shape;1713;p22"/>
          <p:cNvGrpSpPr/>
          <p:nvPr/>
        </p:nvGrpSpPr>
        <p:grpSpPr>
          <a:xfrm rot="10800000" flipH="1">
            <a:off x="7659862" y="-2130280"/>
            <a:ext cx="2638315" cy="4402295"/>
            <a:chOff x="238125" y="1025750"/>
            <a:chExt cx="844450" cy="1409050"/>
          </a:xfrm>
        </p:grpSpPr>
        <p:sp>
          <p:nvSpPr>
            <p:cNvPr id="1714" name="Google Shape;1714;p2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2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2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2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2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7"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23"/>
          <p:cNvSpPr txBox="1">
            <a:spLocks noGrp="1"/>
          </p:cNvSpPr>
          <p:nvPr>
            <p:ph type="title" hasCustomPrompt="1"/>
          </p:nvPr>
        </p:nvSpPr>
        <p:spPr>
          <a:xfrm>
            <a:off x="6945925" y="1915179"/>
            <a:ext cx="11703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9pPr>
          </a:lstStyle>
          <a:p>
            <a:r>
              <a:t>xx%</a:t>
            </a:r>
          </a:p>
        </p:txBody>
      </p:sp>
      <p:sp>
        <p:nvSpPr>
          <p:cNvPr id="1766" name="Google Shape;1766;p23"/>
          <p:cNvSpPr txBox="1">
            <a:spLocks noGrp="1"/>
          </p:cNvSpPr>
          <p:nvPr>
            <p:ph type="subTitle" idx="1"/>
          </p:nvPr>
        </p:nvSpPr>
        <p:spPr>
          <a:xfrm>
            <a:off x="5865175" y="3645340"/>
            <a:ext cx="2460900" cy="8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7" name="Google Shape;1767;p23"/>
          <p:cNvSpPr txBox="1">
            <a:spLocks noGrp="1"/>
          </p:cNvSpPr>
          <p:nvPr>
            <p:ph type="title" idx="2" hasCustomPrompt="1"/>
          </p:nvPr>
        </p:nvSpPr>
        <p:spPr>
          <a:xfrm>
            <a:off x="4422898" y="1915172"/>
            <a:ext cx="11703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9pPr>
          </a:lstStyle>
          <a:p>
            <a:r>
              <a:t>xx%</a:t>
            </a:r>
          </a:p>
        </p:txBody>
      </p:sp>
      <p:sp>
        <p:nvSpPr>
          <p:cNvPr id="1768" name="Google Shape;1768;p23"/>
          <p:cNvSpPr txBox="1">
            <a:spLocks noGrp="1"/>
          </p:cNvSpPr>
          <p:nvPr>
            <p:ph type="subTitle" idx="3"/>
          </p:nvPr>
        </p:nvSpPr>
        <p:spPr>
          <a:xfrm>
            <a:off x="3341550" y="3645325"/>
            <a:ext cx="2460900" cy="8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9" name="Google Shape;1769;p23"/>
          <p:cNvSpPr txBox="1">
            <a:spLocks noGrp="1"/>
          </p:cNvSpPr>
          <p:nvPr>
            <p:ph type="title" idx="4" hasCustomPrompt="1"/>
          </p:nvPr>
        </p:nvSpPr>
        <p:spPr>
          <a:xfrm>
            <a:off x="1899875" y="1915177"/>
            <a:ext cx="11703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3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 b="1"/>
            </a:lvl9pPr>
          </a:lstStyle>
          <a:p>
            <a:r>
              <a:t>xx%</a:t>
            </a:r>
          </a:p>
        </p:txBody>
      </p:sp>
      <p:sp>
        <p:nvSpPr>
          <p:cNvPr id="1770" name="Google Shape;1770;p23"/>
          <p:cNvSpPr txBox="1">
            <a:spLocks noGrp="1"/>
          </p:cNvSpPr>
          <p:nvPr>
            <p:ph type="subTitle" idx="5"/>
          </p:nvPr>
        </p:nvSpPr>
        <p:spPr>
          <a:xfrm>
            <a:off x="817925" y="3645335"/>
            <a:ext cx="2460900" cy="8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1" name="Google Shape;1771;p23"/>
          <p:cNvSpPr txBox="1">
            <a:spLocks noGrp="1"/>
          </p:cNvSpPr>
          <p:nvPr>
            <p:ph type="title" idx="6"/>
          </p:nvPr>
        </p:nvSpPr>
        <p:spPr>
          <a:xfrm>
            <a:off x="819125" y="3200147"/>
            <a:ext cx="24597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772" name="Google Shape;1772;p23"/>
          <p:cNvSpPr txBox="1">
            <a:spLocks noGrp="1"/>
          </p:cNvSpPr>
          <p:nvPr>
            <p:ph type="title" idx="7"/>
          </p:nvPr>
        </p:nvSpPr>
        <p:spPr>
          <a:xfrm>
            <a:off x="3342145" y="3200147"/>
            <a:ext cx="24597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773" name="Google Shape;1773;p23"/>
          <p:cNvSpPr txBox="1">
            <a:spLocks noGrp="1"/>
          </p:cNvSpPr>
          <p:nvPr>
            <p:ph type="title" idx="8"/>
          </p:nvPr>
        </p:nvSpPr>
        <p:spPr>
          <a:xfrm>
            <a:off x="5865775" y="3200147"/>
            <a:ext cx="24597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1774" name="Google Shape;1774;p23"/>
          <p:cNvSpPr txBox="1">
            <a:spLocks noGrp="1"/>
          </p:cNvSpPr>
          <p:nvPr>
            <p:ph type="title" idx="9"/>
          </p:nvPr>
        </p:nvSpPr>
        <p:spPr>
          <a:xfrm>
            <a:off x="720000" y="532925"/>
            <a:ext cx="7704000" cy="5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1775" name="Google Shape;1775;p23"/>
          <p:cNvGrpSpPr/>
          <p:nvPr/>
        </p:nvGrpSpPr>
        <p:grpSpPr>
          <a:xfrm rot="7200144">
            <a:off x="7620215" y="118976"/>
            <a:ext cx="3689443" cy="3228255"/>
            <a:chOff x="1067625" y="-1658125"/>
            <a:chExt cx="2887550" cy="2526600"/>
          </a:xfrm>
        </p:grpSpPr>
        <p:sp>
          <p:nvSpPr>
            <p:cNvPr id="1776" name="Google Shape;1776;p2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3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2" name="Google Shape;1782;p23"/>
          <p:cNvGrpSpPr/>
          <p:nvPr/>
        </p:nvGrpSpPr>
        <p:grpSpPr>
          <a:xfrm rot="7200144">
            <a:off x="-2165885" y="3761851"/>
            <a:ext cx="3689443" cy="3228255"/>
            <a:chOff x="1067625" y="-1658125"/>
            <a:chExt cx="2887550" cy="2526600"/>
          </a:xfrm>
        </p:grpSpPr>
        <p:sp>
          <p:nvSpPr>
            <p:cNvPr id="1783" name="Google Shape;1783;p2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23"/>
          <p:cNvGrpSpPr/>
          <p:nvPr/>
        </p:nvGrpSpPr>
        <p:grpSpPr>
          <a:xfrm rot="10800000">
            <a:off x="-1980032" y="-1601066"/>
            <a:ext cx="2638315" cy="4402295"/>
            <a:chOff x="238125" y="1025750"/>
            <a:chExt cx="844450" cy="1409050"/>
          </a:xfrm>
        </p:grpSpPr>
        <p:sp>
          <p:nvSpPr>
            <p:cNvPr id="1790" name="Google Shape;1790;p2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2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2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2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2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2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2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2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24"/>
          <p:cNvSpPr txBox="1">
            <a:spLocks noGrp="1"/>
          </p:cNvSpPr>
          <p:nvPr>
            <p:ph type="ctrTitle"/>
          </p:nvPr>
        </p:nvSpPr>
        <p:spPr>
          <a:xfrm>
            <a:off x="713547" y="675003"/>
            <a:ext cx="3468900" cy="86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42" name="Google Shape;1842;p24"/>
          <p:cNvSpPr txBox="1">
            <a:spLocks noGrp="1"/>
          </p:cNvSpPr>
          <p:nvPr>
            <p:ph type="subTitle" idx="1"/>
          </p:nvPr>
        </p:nvSpPr>
        <p:spPr>
          <a:xfrm>
            <a:off x="709600" y="1654575"/>
            <a:ext cx="3477000" cy="10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43" name="Google Shape;1843;p24"/>
          <p:cNvSpPr txBox="1"/>
          <p:nvPr/>
        </p:nvSpPr>
        <p:spPr>
          <a:xfrm>
            <a:off x="714089" y="3875397"/>
            <a:ext cx="347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 b="1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44" name="Google Shape;1844;p24"/>
          <p:cNvGrpSpPr/>
          <p:nvPr/>
        </p:nvGrpSpPr>
        <p:grpSpPr>
          <a:xfrm flipH="1">
            <a:off x="5239918" y="3326984"/>
            <a:ext cx="2638315" cy="4402295"/>
            <a:chOff x="238125" y="1025750"/>
            <a:chExt cx="844450" cy="1409050"/>
          </a:xfrm>
        </p:grpSpPr>
        <p:sp>
          <p:nvSpPr>
            <p:cNvPr id="1845" name="Google Shape;1845;p2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2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2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5" name="Google Shape;1895;p24"/>
          <p:cNvGrpSpPr/>
          <p:nvPr/>
        </p:nvGrpSpPr>
        <p:grpSpPr>
          <a:xfrm rot="-7200010">
            <a:off x="6108894" y="-906108"/>
            <a:ext cx="3689693" cy="3228474"/>
            <a:chOff x="1067625" y="-1658125"/>
            <a:chExt cx="2887550" cy="2526600"/>
          </a:xfrm>
        </p:grpSpPr>
        <p:sp>
          <p:nvSpPr>
            <p:cNvPr id="1896" name="Google Shape;1896;p2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4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4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4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4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3" name="Google Shape;1903;p25"/>
          <p:cNvGrpSpPr/>
          <p:nvPr/>
        </p:nvGrpSpPr>
        <p:grpSpPr>
          <a:xfrm flipH="1">
            <a:off x="-370307" y="1978259"/>
            <a:ext cx="2638315" cy="4402295"/>
            <a:chOff x="238125" y="1025750"/>
            <a:chExt cx="844450" cy="1409050"/>
          </a:xfrm>
        </p:grpSpPr>
        <p:sp>
          <p:nvSpPr>
            <p:cNvPr id="1904" name="Google Shape;1904;p2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4" name="Google Shape;1954;p25"/>
          <p:cNvGrpSpPr/>
          <p:nvPr/>
        </p:nvGrpSpPr>
        <p:grpSpPr>
          <a:xfrm rot="-7199911">
            <a:off x="5406833" y="-1456875"/>
            <a:ext cx="3689299" cy="3228128"/>
            <a:chOff x="1067625" y="-1658125"/>
            <a:chExt cx="2887550" cy="2526600"/>
          </a:xfrm>
        </p:grpSpPr>
        <p:sp>
          <p:nvSpPr>
            <p:cNvPr id="1955" name="Google Shape;1955;p2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5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5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5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5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1" name="Google Shape;1961;p25"/>
          <p:cNvGrpSpPr/>
          <p:nvPr/>
        </p:nvGrpSpPr>
        <p:grpSpPr>
          <a:xfrm flipH="1">
            <a:off x="2468143" y="3740384"/>
            <a:ext cx="2638315" cy="4402295"/>
            <a:chOff x="238125" y="1025750"/>
            <a:chExt cx="844450" cy="1409050"/>
          </a:xfrm>
        </p:grpSpPr>
        <p:sp>
          <p:nvSpPr>
            <p:cNvPr id="1962" name="Google Shape;1962;p2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">
    <p:spTree>
      <p:nvGrpSpPr>
        <p:cNvPr id="1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3" name="Google Shape;2013;p26"/>
          <p:cNvGrpSpPr/>
          <p:nvPr/>
        </p:nvGrpSpPr>
        <p:grpSpPr>
          <a:xfrm flipH="1">
            <a:off x="2820568" y="3607034"/>
            <a:ext cx="2638315" cy="4402295"/>
            <a:chOff x="238125" y="1025750"/>
            <a:chExt cx="844450" cy="1409050"/>
          </a:xfrm>
        </p:grpSpPr>
        <p:sp>
          <p:nvSpPr>
            <p:cNvPr id="2014" name="Google Shape;2014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4" name="Google Shape;2064;p26"/>
          <p:cNvGrpSpPr/>
          <p:nvPr/>
        </p:nvGrpSpPr>
        <p:grpSpPr>
          <a:xfrm rot="7200144">
            <a:off x="7429715" y="385676"/>
            <a:ext cx="3689443" cy="3228255"/>
            <a:chOff x="1067625" y="-1658125"/>
            <a:chExt cx="2887550" cy="2526600"/>
          </a:xfrm>
        </p:grpSpPr>
        <p:sp>
          <p:nvSpPr>
            <p:cNvPr id="2065" name="Google Shape;2065;p2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6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6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6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6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1" name="Google Shape;2071;p26"/>
          <p:cNvGrpSpPr/>
          <p:nvPr/>
        </p:nvGrpSpPr>
        <p:grpSpPr>
          <a:xfrm flipH="1">
            <a:off x="5906668" y="3911834"/>
            <a:ext cx="2638315" cy="4402295"/>
            <a:chOff x="238125" y="1025750"/>
            <a:chExt cx="844450" cy="1409050"/>
          </a:xfrm>
        </p:grpSpPr>
        <p:sp>
          <p:nvSpPr>
            <p:cNvPr id="2072" name="Google Shape;2072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2" name="Google Shape;2122;p26"/>
          <p:cNvGrpSpPr/>
          <p:nvPr/>
        </p:nvGrpSpPr>
        <p:grpSpPr>
          <a:xfrm rot="7200144">
            <a:off x="-2238710" y="-395374"/>
            <a:ext cx="3689443" cy="3228255"/>
            <a:chOff x="1067625" y="-1658125"/>
            <a:chExt cx="2887550" cy="2526600"/>
          </a:xfrm>
        </p:grpSpPr>
        <p:sp>
          <p:nvSpPr>
            <p:cNvPr id="2123" name="Google Shape;2123;p2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6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6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6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6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9" name="Google Shape;2129;p26"/>
          <p:cNvGrpSpPr/>
          <p:nvPr/>
        </p:nvGrpSpPr>
        <p:grpSpPr>
          <a:xfrm flipH="1">
            <a:off x="-189332" y="3530834"/>
            <a:ext cx="2638315" cy="4402295"/>
            <a:chOff x="238125" y="1025750"/>
            <a:chExt cx="844450" cy="1409050"/>
          </a:xfrm>
        </p:grpSpPr>
        <p:sp>
          <p:nvSpPr>
            <p:cNvPr id="2130" name="Google Shape;2130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"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1" name="Google Shape;2181;p27"/>
          <p:cNvGrpSpPr/>
          <p:nvPr/>
        </p:nvGrpSpPr>
        <p:grpSpPr>
          <a:xfrm flipH="1">
            <a:off x="-1202895" y="844784"/>
            <a:ext cx="2638315" cy="4402295"/>
            <a:chOff x="238125" y="1025750"/>
            <a:chExt cx="844450" cy="1409050"/>
          </a:xfrm>
        </p:grpSpPr>
        <p:sp>
          <p:nvSpPr>
            <p:cNvPr id="2182" name="Google Shape;2182;p2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2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2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2" name="Google Shape;2232;p27"/>
          <p:cNvGrpSpPr/>
          <p:nvPr/>
        </p:nvGrpSpPr>
        <p:grpSpPr>
          <a:xfrm rot="7423493">
            <a:off x="2791127" y="4138594"/>
            <a:ext cx="3689493" cy="3228298"/>
            <a:chOff x="1067625" y="-1658125"/>
            <a:chExt cx="2887550" cy="2526600"/>
          </a:xfrm>
        </p:grpSpPr>
        <p:sp>
          <p:nvSpPr>
            <p:cNvPr id="2233" name="Google Shape;2233;p2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7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7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7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7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9" name="Google Shape;2239;p27"/>
          <p:cNvGrpSpPr/>
          <p:nvPr/>
        </p:nvGrpSpPr>
        <p:grpSpPr>
          <a:xfrm rot="7423493">
            <a:off x="2791127" y="-2152293"/>
            <a:ext cx="3689493" cy="3228298"/>
            <a:chOff x="1067625" y="-1658125"/>
            <a:chExt cx="2887550" cy="2526600"/>
          </a:xfrm>
        </p:grpSpPr>
        <p:sp>
          <p:nvSpPr>
            <p:cNvPr id="2240" name="Google Shape;2240;p2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7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7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7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7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27"/>
          <p:cNvGrpSpPr/>
          <p:nvPr/>
        </p:nvGrpSpPr>
        <p:grpSpPr>
          <a:xfrm>
            <a:off x="7836330" y="844784"/>
            <a:ext cx="2638315" cy="4402295"/>
            <a:chOff x="238125" y="1025750"/>
            <a:chExt cx="844450" cy="1409050"/>
          </a:xfrm>
        </p:grpSpPr>
        <p:sp>
          <p:nvSpPr>
            <p:cNvPr id="2247" name="Google Shape;2247;p2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2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2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2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2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2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2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2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2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2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2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2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2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2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2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28"/>
          <p:cNvSpPr txBox="1">
            <a:spLocks noGrp="1"/>
          </p:cNvSpPr>
          <p:nvPr>
            <p:ph type="ctrTitle"/>
          </p:nvPr>
        </p:nvSpPr>
        <p:spPr>
          <a:xfrm>
            <a:off x="940025" y="1078288"/>
            <a:ext cx="6815700" cy="238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 SemiBold"/>
                <a:ea typeface="Roboto Mono SemiBold"/>
                <a:cs typeface="Roboto Mono SemiBold"/>
                <a:sym typeface="Roboto Mono SemiBold"/>
              </a:rPr>
              <a:t>Sprint review 0</a:t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302" name="Google Shape;2302;p28"/>
          <p:cNvSpPr txBox="1">
            <a:spLocks noGrp="1"/>
          </p:cNvSpPr>
          <p:nvPr>
            <p:ph type="subTitle" idx="1"/>
          </p:nvPr>
        </p:nvSpPr>
        <p:spPr>
          <a:xfrm>
            <a:off x="940025" y="3669213"/>
            <a:ext cx="6815700" cy="3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SNB3</a:t>
            </a:r>
            <a:endParaRPr sz="2200"/>
          </a:p>
        </p:txBody>
      </p:sp>
      <p:cxnSp>
        <p:nvCxnSpPr>
          <p:cNvPr id="2303" name="Google Shape;2303;p28"/>
          <p:cNvCxnSpPr/>
          <p:nvPr/>
        </p:nvCxnSpPr>
        <p:spPr>
          <a:xfrm rot="10800000">
            <a:off x="-57125" y="3505413"/>
            <a:ext cx="2389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29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309" name="Google Shape;2309;p29"/>
          <p:cNvGrpSpPr/>
          <p:nvPr/>
        </p:nvGrpSpPr>
        <p:grpSpPr>
          <a:xfrm rot="7200144">
            <a:off x="5131990" y="2130326"/>
            <a:ext cx="3689443" cy="3228255"/>
            <a:chOff x="1067625" y="-1658125"/>
            <a:chExt cx="2887550" cy="2526600"/>
          </a:xfrm>
        </p:grpSpPr>
        <p:sp>
          <p:nvSpPr>
            <p:cNvPr id="2310" name="Google Shape;2310;p29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9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9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9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9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9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16" name="Google Shape;23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025" y="1822625"/>
            <a:ext cx="1716825" cy="171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7" name="Google Shape;231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1550" y="1825150"/>
            <a:ext cx="1234700" cy="164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8" name="Google Shape;231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2475" y="1825138"/>
            <a:ext cx="1711792" cy="171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9" name="Google Shape;231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6900" y="1825163"/>
            <a:ext cx="1191303" cy="17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30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Organisatie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25" name="Google Shape;2325;p30"/>
          <p:cNvSpPr txBox="1">
            <a:spLocks noGrp="1"/>
          </p:cNvSpPr>
          <p:nvPr>
            <p:ph type="subTitle" idx="1"/>
          </p:nvPr>
        </p:nvSpPr>
        <p:spPr>
          <a:xfrm>
            <a:off x="720000" y="1161350"/>
            <a:ext cx="7080900" cy="20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Scrum master: Gert-Jan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Communicatie: Teams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Tijd Logging: Tempo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Backlog: Jira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Artefacts &amp; documentatie: Confluence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326" name="Google Shape;2326;p30"/>
          <p:cNvGrpSpPr/>
          <p:nvPr/>
        </p:nvGrpSpPr>
        <p:grpSpPr>
          <a:xfrm rot="7200144">
            <a:off x="5131990" y="2130326"/>
            <a:ext cx="3689443" cy="3228255"/>
            <a:chOff x="1067625" y="-1658125"/>
            <a:chExt cx="2887550" cy="2526600"/>
          </a:xfrm>
        </p:grpSpPr>
        <p:sp>
          <p:nvSpPr>
            <p:cNvPr id="2327" name="Google Shape;2327;p3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0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0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0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30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3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33" name="Google Shape;23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475" y="3711754"/>
            <a:ext cx="3789374" cy="105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4" name="Google Shape;233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3975" y="2797725"/>
            <a:ext cx="1844499" cy="125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31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Validatie Onderzoek</a:t>
            </a:r>
            <a:endParaRPr/>
          </a:p>
        </p:txBody>
      </p:sp>
      <p:sp>
        <p:nvSpPr>
          <p:cNvPr id="2340" name="Google Shape;2340;p31"/>
          <p:cNvSpPr txBox="1">
            <a:spLocks noGrp="1"/>
          </p:cNvSpPr>
          <p:nvPr>
            <p:ph type="subTitle" idx="1"/>
          </p:nvPr>
        </p:nvSpPr>
        <p:spPr>
          <a:xfrm>
            <a:off x="720000" y="1161350"/>
            <a:ext cx="7080900" cy="20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Hoe kan observability tooling worden gebruikt om autoscaling gedrag van processing workloads in de gekozen cloudomgeving te optimaliseren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Functie Datadog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Scaling Triggers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Literatuurstudie, praktisch onderzoek, analyse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Bronselectie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Kritisch omgaan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Recent (max. 3 jaar)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Verschillende/meerdere bronnen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32"/>
          <p:cNvSpPr txBox="1">
            <a:spLocks noGrp="1"/>
          </p:cNvSpPr>
          <p:nvPr>
            <p:ph type="title"/>
          </p:nvPr>
        </p:nvSpPr>
        <p:spPr>
          <a:xfrm>
            <a:off x="720000" y="2281200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346" name="Google Shape;2346;p32"/>
          <p:cNvGrpSpPr/>
          <p:nvPr/>
        </p:nvGrpSpPr>
        <p:grpSpPr>
          <a:xfrm rot="-1414173" flipH="1">
            <a:off x="6600446" y="-578449"/>
            <a:ext cx="3689396" cy="3228214"/>
            <a:chOff x="1067625" y="-1658125"/>
            <a:chExt cx="2887550" cy="2526600"/>
          </a:xfrm>
        </p:grpSpPr>
        <p:sp>
          <p:nvSpPr>
            <p:cNvPr id="2347" name="Google Shape;2347;p3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2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2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2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2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3" name="Google Shape;2353;p32"/>
          <p:cNvGrpSpPr/>
          <p:nvPr/>
        </p:nvGrpSpPr>
        <p:grpSpPr>
          <a:xfrm rot="7200144">
            <a:off x="5588940" y="2665701"/>
            <a:ext cx="3689443" cy="3228255"/>
            <a:chOff x="1067625" y="-1658125"/>
            <a:chExt cx="2887550" cy="2526600"/>
          </a:xfrm>
        </p:grpSpPr>
        <p:sp>
          <p:nvSpPr>
            <p:cNvPr id="2354" name="Google Shape;2354;p3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2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2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2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2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33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</p:txBody>
      </p:sp>
      <p:sp>
        <p:nvSpPr>
          <p:cNvPr id="2365" name="Google Shape;2365;p33"/>
          <p:cNvSpPr txBox="1">
            <a:spLocks noGrp="1"/>
          </p:cNvSpPr>
          <p:nvPr>
            <p:ph type="subTitle" idx="1"/>
          </p:nvPr>
        </p:nvSpPr>
        <p:spPr>
          <a:xfrm>
            <a:off x="1563675" y="2058002"/>
            <a:ext cx="2364000" cy="8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 design, managed services, bare metal deployment en secure access</a:t>
            </a:r>
            <a:endParaRPr/>
          </a:p>
        </p:txBody>
      </p:sp>
      <p:sp>
        <p:nvSpPr>
          <p:cNvPr id="2366" name="Google Shape;2366;p33"/>
          <p:cNvSpPr txBox="1">
            <a:spLocks noGrp="1"/>
          </p:cNvSpPr>
          <p:nvPr>
            <p:ph type="subTitle" idx="2"/>
          </p:nvPr>
        </p:nvSpPr>
        <p:spPr>
          <a:xfrm>
            <a:off x="5179825" y="2058002"/>
            <a:ext cx="2364000" cy="8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Ansible base playbooks, systemd integratie en configuration management</a:t>
            </a:r>
            <a:endParaRPr/>
          </a:p>
        </p:txBody>
      </p:sp>
      <p:sp>
        <p:nvSpPr>
          <p:cNvPr id="2367" name="Google Shape;2367;p33"/>
          <p:cNvSpPr txBox="1">
            <a:spLocks noGrp="1"/>
          </p:cNvSpPr>
          <p:nvPr>
            <p:ph type="subTitle" idx="3"/>
          </p:nvPr>
        </p:nvSpPr>
        <p:spPr>
          <a:xfrm>
            <a:off x="909161" y="3754352"/>
            <a:ext cx="2367000" cy="8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Keycloak deployment, Microsoft SSO en header-based auth &amp; scoping</a:t>
            </a:r>
            <a:endParaRPr/>
          </a:p>
        </p:txBody>
      </p:sp>
      <p:sp>
        <p:nvSpPr>
          <p:cNvPr id="2368" name="Google Shape;2368;p33"/>
          <p:cNvSpPr txBox="1">
            <a:spLocks noGrp="1"/>
          </p:cNvSpPr>
          <p:nvPr>
            <p:ph type="subTitle" idx="4"/>
          </p:nvPr>
        </p:nvSpPr>
        <p:spPr>
          <a:xfrm>
            <a:off x="3390000" y="3700676"/>
            <a:ext cx="2364000" cy="8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Scaling Policy, Full Stack Monitoring, Health Management</a:t>
            </a:r>
            <a:endParaRPr/>
          </a:p>
        </p:txBody>
      </p:sp>
      <p:sp>
        <p:nvSpPr>
          <p:cNvPr id="2369" name="Google Shape;2369;p33"/>
          <p:cNvSpPr txBox="1">
            <a:spLocks noGrp="1"/>
          </p:cNvSpPr>
          <p:nvPr>
            <p:ph type="subTitle" idx="5"/>
          </p:nvPr>
        </p:nvSpPr>
        <p:spPr>
          <a:xfrm>
            <a:off x="5807025" y="3696973"/>
            <a:ext cx="2364000" cy="8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Load Test Executie en Poison Pill Recovery</a:t>
            </a:r>
            <a:endParaRPr dirty="0"/>
          </a:p>
        </p:txBody>
      </p:sp>
      <p:sp>
        <p:nvSpPr>
          <p:cNvPr id="2370" name="Google Shape;2370;p33"/>
          <p:cNvSpPr txBox="1">
            <a:spLocks noGrp="1"/>
          </p:cNvSpPr>
          <p:nvPr>
            <p:ph type="subTitle" idx="8"/>
          </p:nvPr>
        </p:nvSpPr>
        <p:spPr>
          <a:xfrm>
            <a:off x="5179825" y="1589400"/>
            <a:ext cx="2395800" cy="4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IaC</a:t>
            </a:r>
            <a:endParaRPr sz="1300"/>
          </a:p>
        </p:txBody>
      </p:sp>
      <p:sp>
        <p:nvSpPr>
          <p:cNvPr id="2371" name="Google Shape;2371;p33"/>
          <p:cNvSpPr txBox="1">
            <a:spLocks noGrp="1"/>
          </p:cNvSpPr>
          <p:nvPr>
            <p:ph type="subTitle" idx="9"/>
          </p:nvPr>
        </p:nvSpPr>
        <p:spPr>
          <a:xfrm>
            <a:off x="912161" y="3292084"/>
            <a:ext cx="2364000" cy="4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Identity Hardening en Privacy Compliance</a:t>
            </a:r>
            <a:endParaRPr sz="1300" dirty="0"/>
          </a:p>
        </p:txBody>
      </p:sp>
      <p:sp>
        <p:nvSpPr>
          <p:cNvPr id="2372" name="Google Shape;2372;p33"/>
          <p:cNvSpPr txBox="1">
            <a:spLocks noGrp="1"/>
          </p:cNvSpPr>
          <p:nvPr>
            <p:ph type="subTitle" idx="13"/>
          </p:nvPr>
        </p:nvSpPr>
        <p:spPr>
          <a:xfrm>
            <a:off x="3390000" y="3278001"/>
            <a:ext cx="2364000" cy="4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Elasticity en Observability</a:t>
            </a:r>
            <a:endParaRPr sz="1300"/>
          </a:p>
        </p:txBody>
      </p:sp>
      <p:sp>
        <p:nvSpPr>
          <p:cNvPr id="2373" name="Google Shape;2373;p33"/>
          <p:cNvSpPr txBox="1">
            <a:spLocks noGrp="1"/>
          </p:cNvSpPr>
          <p:nvPr>
            <p:ph type="subTitle" idx="14"/>
          </p:nvPr>
        </p:nvSpPr>
        <p:spPr>
          <a:xfrm>
            <a:off x="5807022" y="3274298"/>
            <a:ext cx="2364000" cy="4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Finale Validatie en Stress Test</a:t>
            </a:r>
            <a:endParaRPr sz="1300" dirty="0"/>
          </a:p>
        </p:txBody>
      </p:sp>
      <p:grpSp>
        <p:nvGrpSpPr>
          <p:cNvPr id="2374" name="Google Shape;2374;p33"/>
          <p:cNvGrpSpPr/>
          <p:nvPr/>
        </p:nvGrpSpPr>
        <p:grpSpPr>
          <a:xfrm rot="-9055757">
            <a:off x="5925090" y="-1909127"/>
            <a:ext cx="3689303" cy="3228132"/>
            <a:chOff x="1067625" y="-1658125"/>
            <a:chExt cx="2887550" cy="2526600"/>
          </a:xfrm>
        </p:grpSpPr>
        <p:sp>
          <p:nvSpPr>
            <p:cNvPr id="2375" name="Google Shape;2375;p3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3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3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3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3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81" name="Google Shape;2381;p33"/>
          <p:cNvCxnSpPr/>
          <p:nvPr/>
        </p:nvCxnSpPr>
        <p:spPr>
          <a:xfrm rot="10800000">
            <a:off x="723150" y="1510444"/>
            <a:ext cx="874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2" name="Google Shape;2382;p33"/>
          <p:cNvCxnSpPr/>
          <p:nvPr/>
        </p:nvCxnSpPr>
        <p:spPr>
          <a:xfrm rot="10800000">
            <a:off x="-320700" y="3163469"/>
            <a:ext cx="874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3" name="Google Shape;2383;p33"/>
          <p:cNvSpPr txBox="1">
            <a:spLocks noGrp="1"/>
          </p:cNvSpPr>
          <p:nvPr>
            <p:ph type="subTitle" idx="8"/>
          </p:nvPr>
        </p:nvSpPr>
        <p:spPr>
          <a:xfrm>
            <a:off x="1563675" y="1589400"/>
            <a:ext cx="2912400" cy="4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Cloud foundation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8" name="Google Shape;23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850" y="115025"/>
            <a:ext cx="779463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3" name="Google Shape;23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1012" y="0"/>
            <a:ext cx="346196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p36"/>
          <p:cNvSpPr txBox="1">
            <a:spLocks noGrp="1"/>
          </p:cNvSpPr>
          <p:nvPr>
            <p:ph type="title"/>
          </p:nvPr>
        </p:nvSpPr>
        <p:spPr>
          <a:xfrm>
            <a:off x="584425" y="2281200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Bedankt voor het luisteren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2399" name="Google Shape;2399;p36"/>
          <p:cNvGrpSpPr/>
          <p:nvPr/>
        </p:nvGrpSpPr>
        <p:grpSpPr>
          <a:xfrm rot="7200144">
            <a:off x="6198615" y="-1447049"/>
            <a:ext cx="3689443" cy="3228255"/>
            <a:chOff x="1067625" y="-1658125"/>
            <a:chExt cx="2887550" cy="2526600"/>
          </a:xfrm>
        </p:grpSpPr>
        <p:sp>
          <p:nvSpPr>
            <p:cNvPr id="2400" name="Google Shape;2400;p3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6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6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6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6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Network Connections Style Pitch Deck by Slidesgo">
  <a:themeElements>
    <a:clrScheme name="Simple Light">
      <a:dk1>
        <a:srgbClr val="363636"/>
      </a:dk1>
      <a:lt1>
        <a:srgbClr val="F3F3F2"/>
      </a:lt1>
      <a:dk2>
        <a:srgbClr val="C9DAF8"/>
      </a:dk2>
      <a:lt2>
        <a:srgbClr val="A2B5D6"/>
      </a:lt2>
      <a:accent1>
        <a:srgbClr val="AABBC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636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188</Words>
  <Application>Microsoft Office PowerPoint</Application>
  <PresentationFormat>Diavoorstelling (16:9)</PresentationFormat>
  <Paragraphs>46</Paragraphs>
  <Slides>9</Slides>
  <Notes>9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8" baseType="lpstr">
      <vt:lpstr>Zen Antique</vt:lpstr>
      <vt:lpstr>Roboto Mono Medium</vt:lpstr>
      <vt:lpstr>Roboto Mono SemiBold</vt:lpstr>
      <vt:lpstr>Roboto Mono</vt:lpstr>
      <vt:lpstr>Arial</vt:lpstr>
      <vt:lpstr>Arimo</vt:lpstr>
      <vt:lpstr>Roboto</vt:lpstr>
      <vt:lpstr>Bebas Neue</vt:lpstr>
      <vt:lpstr>Network Connections Style Pitch Deck by Slidesgo</vt:lpstr>
      <vt:lpstr>Sprint review 0 </vt:lpstr>
      <vt:lpstr>Team</vt:lpstr>
      <vt:lpstr>Organisatie</vt:lpstr>
      <vt:lpstr>Validatie Onderzoek</vt:lpstr>
      <vt:lpstr>DEMO</vt:lpstr>
      <vt:lpstr>Milestones</vt:lpstr>
      <vt:lpstr>PowerPoint-presentatie</vt:lpstr>
      <vt:lpstr>PowerPoint-presentatie</vt:lpstr>
      <vt:lpstr>Bedankt voor het luisteren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GertJan Bollen</cp:lastModifiedBy>
  <cp:revision>2</cp:revision>
  <dcterms:modified xsi:type="dcterms:W3CDTF">2026-03-02T12:57:42Z</dcterms:modified>
</cp:coreProperties>
</file>