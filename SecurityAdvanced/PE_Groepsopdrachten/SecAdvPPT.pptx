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6"/>
  </p:notesMasterIdLst>
  <p:sldIdLst>
    <p:sldId id="258" r:id="rId5"/>
    <p:sldId id="260" r:id="rId6"/>
    <p:sldId id="263" r:id="rId7"/>
    <p:sldId id="268" r:id="rId8"/>
    <p:sldId id="261" r:id="rId9"/>
    <p:sldId id="262" r:id="rId10"/>
    <p:sldId id="265" r:id="rId11"/>
    <p:sldId id="264" r:id="rId12"/>
    <p:sldId id="266" r:id="rId13"/>
    <p:sldId id="267" r:id="rId14"/>
    <p:sldId id="269" r:id="rId15"/>
  </p:sldIdLst>
  <p:sldSz cx="12192000" cy="6858000"/>
  <p:notesSz cx="6858000" cy="91440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A15A86B-2C6E-4881-B7A6-79DD398F00F8}" v="853" dt="2026-05-11T08:24:08.689"/>
    <p1510:client id="{750B09B4-E711-813A-39AF-763BEE879F0E}" v="686" dt="2026-05-12T15:20:44.119"/>
    <p1510:client id="{E533A9F9-D0F4-C4CE-5509-EA4087E892EF}" v="21" dt="2026-05-11T07:45:58.0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bbe Koreman" userId="S::12401862@student.pxl.be::a50ba174-5746-4200-aeb2-24a34c44d14a" providerId="AD" clId="Web-{E533A9F9-D0F4-C4CE-5509-EA4087E892EF}"/>
    <pc:docChg chg="modSld">
      <pc:chgData name="Robbe Koreman" userId="S::12401862@student.pxl.be::a50ba174-5746-4200-aeb2-24a34c44d14a" providerId="AD" clId="Web-{E533A9F9-D0F4-C4CE-5509-EA4087E892EF}" dt="2026-05-11T07:45:58.065" v="20" actId="20577"/>
      <pc:docMkLst>
        <pc:docMk/>
      </pc:docMkLst>
      <pc:sldChg chg="modSp">
        <pc:chgData name="Robbe Koreman" userId="S::12401862@student.pxl.be::a50ba174-5746-4200-aeb2-24a34c44d14a" providerId="AD" clId="Web-{E533A9F9-D0F4-C4CE-5509-EA4087E892EF}" dt="2026-05-11T07:45:58.065" v="20" actId="20577"/>
        <pc:sldMkLst>
          <pc:docMk/>
          <pc:sldMk cId="1839712316" sldId="257"/>
        </pc:sldMkLst>
        <pc:spChg chg="mod">
          <ac:chgData name="Robbe Koreman" userId="S::12401862@student.pxl.be::a50ba174-5746-4200-aeb2-24a34c44d14a" providerId="AD" clId="Web-{E533A9F9-D0F4-C4CE-5509-EA4087E892EF}" dt="2026-05-11T07:45:58.065" v="20" actId="20577"/>
          <ac:spMkLst>
            <pc:docMk/>
            <pc:sldMk cId="1839712316" sldId="257"/>
            <ac:spMk id="3" creationId="{1C5C33CC-555F-1B3D-401A-125CC6DD2988}"/>
          </ac:spMkLst>
        </pc:spChg>
      </pc:sldChg>
    </pc:docChg>
  </pc:docChgLst>
  <pc:docChgLst>
    <pc:chgData name="GertJan Bollen" userId="c2acf3f2-d138-4c0d-8d16-23e26fc30cb3" providerId="ADAL" clId="{CAC8F51E-5313-49B2-A845-0F7F1FB57EE0}"/>
    <pc:docChg chg="undo custSel addSld delSld modSld sldOrd modMainMaster">
      <pc:chgData name="GertJan Bollen" userId="c2acf3f2-d138-4c0d-8d16-23e26fc30cb3" providerId="ADAL" clId="{CAC8F51E-5313-49B2-A845-0F7F1FB57EE0}" dt="2026-05-11T08:24:08.689" v="1126" actId="2890"/>
      <pc:docMkLst>
        <pc:docMk/>
      </pc:docMkLst>
      <pc:sldChg chg="addSp modSp del mod">
        <pc:chgData name="GertJan Bollen" userId="c2acf3f2-d138-4c0d-8d16-23e26fc30cb3" providerId="ADAL" clId="{CAC8F51E-5313-49B2-A845-0F7F1FB57EE0}" dt="2026-05-11T08:21:15.238" v="1083" actId="2696"/>
        <pc:sldMkLst>
          <pc:docMk/>
          <pc:sldMk cId="1662570501" sldId="256"/>
        </pc:sldMkLst>
        <pc:spChg chg="mod">
          <ac:chgData name="GertJan Bollen" userId="c2acf3f2-d138-4c0d-8d16-23e26fc30cb3" providerId="ADAL" clId="{CAC8F51E-5313-49B2-A845-0F7F1FB57EE0}" dt="2026-05-11T07:37:28.494" v="119" actId="20577"/>
          <ac:spMkLst>
            <pc:docMk/>
            <pc:sldMk cId="1662570501" sldId="256"/>
            <ac:spMk id="2" creationId="{F39BE73E-C02B-5123-3B3B-B2FA0BB4BB5E}"/>
          </ac:spMkLst>
        </pc:spChg>
        <pc:spChg chg="mod">
          <ac:chgData name="GertJan Bollen" userId="c2acf3f2-d138-4c0d-8d16-23e26fc30cb3" providerId="ADAL" clId="{CAC8F51E-5313-49B2-A845-0F7F1FB57EE0}" dt="2026-05-11T07:39:13.408" v="211" actId="1076"/>
          <ac:spMkLst>
            <pc:docMk/>
            <pc:sldMk cId="1662570501" sldId="256"/>
            <ac:spMk id="3" creationId="{D7FC003D-952A-E83B-945C-153C2F01175F}"/>
          </ac:spMkLst>
        </pc:spChg>
        <pc:spChg chg="add mod">
          <ac:chgData name="GertJan Bollen" userId="c2acf3f2-d138-4c0d-8d16-23e26fc30cb3" providerId="ADAL" clId="{CAC8F51E-5313-49B2-A845-0F7F1FB57EE0}" dt="2026-05-11T07:40:04.473" v="234" actId="1076"/>
          <ac:spMkLst>
            <pc:docMk/>
            <pc:sldMk cId="1662570501" sldId="256"/>
            <ac:spMk id="4" creationId="{8E05661E-40AF-46F3-FEE5-F28FFEAF7608}"/>
          </ac:spMkLst>
        </pc:spChg>
        <pc:spChg chg="add mod">
          <ac:chgData name="GertJan Bollen" userId="c2acf3f2-d138-4c0d-8d16-23e26fc30cb3" providerId="ADAL" clId="{CAC8F51E-5313-49B2-A845-0F7F1FB57EE0}" dt="2026-05-11T07:44:03.766" v="272" actId="1076"/>
          <ac:spMkLst>
            <pc:docMk/>
            <pc:sldMk cId="1662570501" sldId="256"/>
            <ac:spMk id="5" creationId="{BD27B237-D6F4-EA1C-8CB5-AC6BABA94D67}"/>
          </ac:spMkLst>
        </pc:spChg>
        <pc:picChg chg="add mod">
          <ac:chgData name="GertJan Bollen" userId="c2acf3f2-d138-4c0d-8d16-23e26fc30cb3" providerId="ADAL" clId="{CAC8F51E-5313-49B2-A845-0F7F1FB57EE0}" dt="2026-05-11T07:44:11.310" v="274" actId="1076"/>
          <ac:picMkLst>
            <pc:docMk/>
            <pc:sldMk cId="1662570501" sldId="256"/>
            <ac:picMk id="6" creationId="{2792C2FD-CC49-2E9D-67D8-DDB937C49F17}"/>
          </ac:picMkLst>
        </pc:picChg>
      </pc:sldChg>
      <pc:sldChg chg="modSp new mod ord">
        <pc:chgData name="GertJan Bollen" userId="c2acf3f2-d138-4c0d-8d16-23e26fc30cb3" providerId="ADAL" clId="{CAC8F51E-5313-49B2-A845-0F7F1FB57EE0}" dt="2026-05-11T08:21:16.812" v="1085"/>
        <pc:sldMkLst>
          <pc:docMk/>
          <pc:sldMk cId="1839712316" sldId="257"/>
        </pc:sldMkLst>
        <pc:spChg chg="mod">
          <ac:chgData name="GertJan Bollen" userId="c2acf3f2-d138-4c0d-8d16-23e26fc30cb3" providerId="ADAL" clId="{CAC8F51E-5313-49B2-A845-0F7F1FB57EE0}" dt="2026-05-11T08:13:56.773" v="1064" actId="20577"/>
          <ac:spMkLst>
            <pc:docMk/>
            <pc:sldMk cId="1839712316" sldId="257"/>
            <ac:spMk id="3" creationId="{1C5C33CC-555F-1B3D-401A-125CC6DD2988}"/>
          </ac:spMkLst>
        </pc:spChg>
      </pc:sldChg>
      <pc:sldChg chg="addSp delSp modSp new mod setBg">
        <pc:chgData name="GertJan Bollen" userId="c2acf3f2-d138-4c0d-8d16-23e26fc30cb3" providerId="ADAL" clId="{CAC8F51E-5313-49B2-A845-0F7F1FB57EE0}" dt="2026-05-11T08:21:12.093" v="1082" actId="1076"/>
        <pc:sldMkLst>
          <pc:docMk/>
          <pc:sldMk cId="3289334599" sldId="258"/>
        </pc:sldMkLst>
        <pc:spChg chg="del">
          <ac:chgData name="GertJan Bollen" userId="c2acf3f2-d138-4c0d-8d16-23e26fc30cb3" providerId="ADAL" clId="{CAC8F51E-5313-49B2-A845-0F7F1FB57EE0}" dt="2026-05-11T08:19:21.825" v="1071" actId="26606"/>
          <ac:spMkLst>
            <pc:docMk/>
            <pc:sldMk cId="3289334599" sldId="258"/>
            <ac:spMk id="2" creationId="{DAD42741-A258-11A5-687D-7CE569BCFB98}"/>
          </ac:spMkLst>
        </pc:spChg>
        <pc:spChg chg="del">
          <ac:chgData name="GertJan Bollen" userId="c2acf3f2-d138-4c0d-8d16-23e26fc30cb3" providerId="ADAL" clId="{CAC8F51E-5313-49B2-A845-0F7F1FB57EE0}" dt="2026-05-11T08:19:21.825" v="1071" actId="26606"/>
          <ac:spMkLst>
            <pc:docMk/>
            <pc:sldMk cId="3289334599" sldId="258"/>
            <ac:spMk id="3" creationId="{AADA4ADF-2CF1-EB12-0B10-6A2A68C1EDCD}"/>
          </ac:spMkLst>
        </pc:spChg>
        <pc:spChg chg="add del mod">
          <ac:chgData name="GertJan Bollen" userId="c2acf3f2-d138-4c0d-8d16-23e26fc30cb3" providerId="ADAL" clId="{CAC8F51E-5313-49B2-A845-0F7F1FB57EE0}" dt="2026-05-11T08:20:54.540" v="1074" actId="478"/>
          <ac:spMkLst>
            <pc:docMk/>
            <pc:sldMk cId="3289334599" sldId="258"/>
            <ac:spMk id="7" creationId="{B822F034-95A8-704F-ECA7-AC7DC32D61A9}"/>
          </ac:spMkLst>
        </pc:spChg>
        <pc:spChg chg="add mod">
          <ac:chgData name="GertJan Bollen" userId="c2acf3f2-d138-4c0d-8d16-23e26fc30cb3" providerId="ADAL" clId="{CAC8F51E-5313-49B2-A845-0F7F1FB57EE0}" dt="2026-05-11T08:20:55.147" v="1075"/>
          <ac:spMkLst>
            <pc:docMk/>
            <pc:sldMk cId="3289334599" sldId="258"/>
            <ac:spMk id="8" creationId="{3435303E-F359-BBFF-05F5-786924D68CA7}"/>
          </ac:spMkLst>
        </pc:spChg>
        <pc:spChg chg="add mod">
          <ac:chgData name="GertJan Bollen" userId="c2acf3f2-d138-4c0d-8d16-23e26fc30cb3" providerId="ADAL" clId="{CAC8F51E-5313-49B2-A845-0F7F1FB57EE0}" dt="2026-05-11T08:21:04.735" v="1080" actId="5793"/>
          <ac:spMkLst>
            <pc:docMk/>
            <pc:sldMk cId="3289334599" sldId="258"/>
            <ac:spMk id="9" creationId="{C03EE95A-88C5-0ABA-5859-46191B9C4C5A}"/>
          </ac:spMkLst>
        </pc:spChg>
        <pc:spChg chg="add">
          <ac:chgData name="GertJan Bollen" userId="c2acf3f2-d138-4c0d-8d16-23e26fc30cb3" providerId="ADAL" clId="{CAC8F51E-5313-49B2-A845-0F7F1FB57EE0}" dt="2026-05-11T08:19:21.825" v="1071" actId="26606"/>
          <ac:spMkLst>
            <pc:docMk/>
            <pc:sldMk cId="3289334599" sldId="258"/>
            <ac:spMk id="10" creationId="{22F15A2D-2324-487D-A02A-BF46C5C580EB}"/>
          </ac:spMkLst>
        </pc:spChg>
        <pc:spChg chg="add mod">
          <ac:chgData name="GertJan Bollen" userId="c2acf3f2-d138-4c0d-8d16-23e26fc30cb3" providerId="ADAL" clId="{CAC8F51E-5313-49B2-A845-0F7F1FB57EE0}" dt="2026-05-11T08:20:55.147" v="1075"/>
          <ac:spMkLst>
            <pc:docMk/>
            <pc:sldMk cId="3289334599" sldId="258"/>
            <ac:spMk id="11" creationId="{7CC8CDEA-F695-03ED-464B-B8B4490FF891}"/>
          </ac:spMkLst>
        </pc:spChg>
        <pc:spChg chg="add">
          <ac:chgData name="GertJan Bollen" userId="c2acf3f2-d138-4c0d-8d16-23e26fc30cb3" providerId="ADAL" clId="{CAC8F51E-5313-49B2-A845-0F7F1FB57EE0}" dt="2026-05-11T08:19:21.825" v="1071" actId="26606"/>
          <ac:spMkLst>
            <pc:docMk/>
            <pc:sldMk cId="3289334599" sldId="258"/>
            <ac:spMk id="12" creationId="{17A7F34E-D418-47E2-9F86-2C45BBC31210}"/>
          </ac:spMkLst>
        </pc:spChg>
        <pc:spChg chg="add mod">
          <ac:chgData name="GertJan Bollen" userId="c2acf3f2-d138-4c0d-8d16-23e26fc30cb3" providerId="ADAL" clId="{CAC8F51E-5313-49B2-A845-0F7F1FB57EE0}" dt="2026-05-11T08:21:08.979" v="1081" actId="1076"/>
          <ac:spMkLst>
            <pc:docMk/>
            <pc:sldMk cId="3289334599" sldId="258"/>
            <ac:spMk id="13" creationId="{5EE28DE2-ECC2-E27A-17BB-6654925090AC}"/>
          </ac:spMkLst>
        </pc:spChg>
        <pc:spChg chg="add">
          <ac:chgData name="GertJan Bollen" userId="c2acf3f2-d138-4c0d-8d16-23e26fc30cb3" providerId="ADAL" clId="{CAC8F51E-5313-49B2-A845-0F7F1FB57EE0}" dt="2026-05-11T08:19:21.825" v="1071" actId="26606"/>
          <ac:spMkLst>
            <pc:docMk/>
            <pc:sldMk cId="3289334599" sldId="258"/>
            <ac:spMk id="14" creationId="{2AEAFA59-923A-4F54-8B49-44C970BCC323}"/>
          </ac:spMkLst>
        </pc:spChg>
        <pc:picChg chg="add del">
          <ac:chgData name="GertJan Bollen" userId="c2acf3f2-d138-4c0d-8d16-23e26fc30cb3" providerId="ADAL" clId="{CAC8F51E-5313-49B2-A845-0F7F1FB57EE0}" dt="2026-05-11T08:18:45.733" v="1068" actId="478"/>
          <ac:picMkLst>
            <pc:docMk/>
            <pc:sldMk cId="3289334599" sldId="258"/>
            <ac:picMk id="4" creationId="{C14BC3F6-6810-B5D9-2D1A-984D3EEACA26}"/>
          </ac:picMkLst>
        </pc:picChg>
        <pc:picChg chg="add del mod">
          <ac:chgData name="GertJan Bollen" userId="c2acf3f2-d138-4c0d-8d16-23e26fc30cb3" providerId="ADAL" clId="{CAC8F51E-5313-49B2-A845-0F7F1FB57EE0}" dt="2026-05-11T08:19:24.626" v="1072" actId="478"/>
          <ac:picMkLst>
            <pc:docMk/>
            <pc:sldMk cId="3289334599" sldId="258"/>
            <ac:picMk id="5" creationId="{E3CD898C-FAA6-4960-9771-2DC954D15265}"/>
          </ac:picMkLst>
        </pc:picChg>
        <pc:picChg chg="add mod">
          <ac:chgData name="GertJan Bollen" userId="c2acf3f2-d138-4c0d-8d16-23e26fc30cb3" providerId="ADAL" clId="{CAC8F51E-5313-49B2-A845-0F7F1FB57EE0}" dt="2026-05-11T08:21:12.093" v="1082" actId="1076"/>
          <ac:picMkLst>
            <pc:docMk/>
            <pc:sldMk cId="3289334599" sldId="258"/>
            <ac:picMk id="15" creationId="{ECD73074-5BB5-3F6A-F258-2CEBF5081F02}"/>
          </ac:picMkLst>
        </pc:picChg>
      </pc:sldChg>
      <pc:sldChg chg="new del">
        <pc:chgData name="GertJan Bollen" userId="c2acf3f2-d138-4c0d-8d16-23e26fc30cb3" providerId="ADAL" clId="{CAC8F51E-5313-49B2-A845-0F7F1FB57EE0}" dt="2026-05-11T08:22:01.246" v="1100" actId="2696"/>
        <pc:sldMkLst>
          <pc:docMk/>
          <pc:sldMk cId="2732088583" sldId="259"/>
        </pc:sldMkLst>
      </pc:sldChg>
      <pc:sldChg chg="addSp delSp modSp add mod ord">
        <pc:chgData name="GertJan Bollen" userId="c2acf3f2-d138-4c0d-8d16-23e26fc30cb3" providerId="ADAL" clId="{CAC8F51E-5313-49B2-A845-0F7F1FB57EE0}" dt="2026-05-11T08:23:49.827" v="1111" actId="1076"/>
        <pc:sldMkLst>
          <pc:docMk/>
          <pc:sldMk cId="2224360279" sldId="260"/>
        </pc:sldMkLst>
        <pc:spChg chg="add del mod">
          <ac:chgData name="GertJan Bollen" userId="c2acf3f2-d138-4c0d-8d16-23e26fc30cb3" providerId="ADAL" clId="{CAC8F51E-5313-49B2-A845-0F7F1FB57EE0}" dt="2026-05-11T08:23:32.521" v="1104"/>
          <ac:spMkLst>
            <pc:docMk/>
            <pc:sldMk cId="2224360279" sldId="260"/>
            <ac:spMk id="2" creationId="{74E9833F-D551-8AB7-2D0F-1736870D7CA8}"/>
          </ac:spMkLst>
        </pc:spChg>
        <pc:spChg chg="add mod">
          <ac:chgData name="GertJan Bollen" userId="c2acf3f2-d138-4c0d-8d16-23e26fc30cb3" providerId="ADAL" clId="{CAC8F51E-5313-49B2-A845-0F7F1FB57EE0}" dt="2026-05-11T08:23:49.827" v="1111" actId="1076"/>
          <ac:spMkLst>
            <pc:docMk/>
            <pc:sldMk cId="2224360279" sldId="260"/>
            <ac:spMk id="3" creationId="{78EE896F-8E13-7EE4-5603-A44A6BA8C5F5}"/>
          </ac:spMkLst>
        </pc:spChg>
        <pc:spChg chg="add del">
          <ac:chgData name="GertJan Bollen" userId="c2acf3f2-d138-4c0d-8d16-23e26fc30cb3" providerId="ADAL" clId="{CAC8F51E-5313-49B2-A845-0F7F1FB57EE0}" dt="2026-05-11T08:21:41.398" v="1090" actId="478"/>
          <ac:spMkLst>
            <pc:docMk/>
            <pc:sldMk cId="2224360279" sldId="260"/>
            <ac:spMk id="8" creationId="{7E708D68-915A-1829-2B9B-4437E7769F8C}"/>
          </ac:spMkLst>
        </pc:spChg>
        <pc:spChg chg="add del">
          <ac:chgData name="GertJan Bollen" userId="c2acf3f2-d138-4c0d-8d16-23e26fc30cb3" providerId="ADAL" clId="{CAC8F51E-5313-49B2-A845-0F7F1FB57EE0}" dt="2026-05-11T08:21:44.562" v="1092" actId="478"/>
          <ac:spMkLst>
            <pc:docMk/>
            <pc:sldMk cId="2224360279" sldId="260"/>
            <ac:spMk id="9" creationId="{6CD485B6-8D02-6BB2-9809-F056190D0321}"/>
          </ac:spMkLst>
        </pc:spChg>
        <pc:spChg chg="add del">
          <ac:chgData name="GertJan Bollen" userId="c2acf3f2-d138-4c0d-8d16-23e26fc30cb3" providerId="ADAL" clId="{CAC8F51E-5313-49B2-A845-0F7F1FB57EE0}" dt="2026-05-11T08:21:37.560" v="1089" actId="478"/>
          <ac:spMkLst>
            <pc:docMk/>
            <pc:sldMk cId="2224360279" sldId="260"/>
            <ac:spMk id="10" creationId="{16715189-FCD8-A4A7-F36E-C3B712017F61}"/>
          </ac:spMkLst>
        </pc:spChg>
        <pc:spChg chg="add del">
          <ac:chgData name="GertJan Bollen" userId="c2acf3f2-d138-4c0d-8d16-23e26fc30cb3" providerId="ADAL" clId="{CAC8F51E-5313-49B2-A845-0F7F1FB57EE0}" dt="2026-05-11T08:21:42.806" v="1091" actId="478"/>
          <ac:spMkLst>
            <pc:docMk/>
            <pc:sldMk cId="2224360279" sldId="260"/>
            <ac:spMk id="11" creationId="{3CB628EC-3D08-2BF2-36A6-2548BAE7F0CE}"/>
          </ac:spMkLst>
        </pc:spChg>
        <pc:spChg chg="add del">
          <ac:chgData name="GertJan Bollen" userId="c2acf3f2-d138-4c0d-8d16-23e26fc30cb3" providerId="ADAL" clId="{CAC8F51E-5313-49B2-A845-0F7F1FB57EE0}" dt="2026-05-11T08:21:37.560" v="1089" actId="478"/>
          <ac:spMkLst>
            <pc:docMk/>
            <pc:sldMk cId="2224360279" sldId="260"/>
            <ac:spMk id="12" creationId="{01D11B46-D6C0-592F-8DCF-2557B34DC9F3}"/>
          </ac:spMkLst>
        </pc:spChg>
        <pc:spChg chg="add del">
          <ac:chgData name="GertJan Bollen" userId="c2acf3f2-d138-4c0d-8d16-23e26fc30cb3" providerId="ADAL" clId="{CAC8F51E-5313-49B2-A845-0F7F1FB57EE0}" dt="2026-05-11T08:21:45.364" v="1093" actId="478"/>
          <ac:spMkLst>
            <pc:docMk/>
            <pc:sldMk cId="2224360279" sldId="260"/>
            <ac:spMk id="13" creationId="{EBB799A0-5416-ACC5-1997-90482C35F620}"/>
          </ac:spMkLst>
        </pc:spChg>
        <pc:spChg chg="add del">
          <ac:chgData name="GertJan Bollen" userId="c2acf3f2-d138-4c0d-8d16-23e26fc30cb3" providerId="ADAL" clId="{CAC8F51E-5313-49B2-A845-0F7F1FB57EE0}" dt="2026-05-11T08:21:37.560" v="1089" actId="478"/>
          <ac:spMkLst>
            <pc:docMk/>
            <pc:sldMk cId="2224360279" sldId="260"/>
            <ac:spMk id="14" creationId="{7721672A-5ACE-AD90-DDCB-422B3463A25F}"/>
          </ac:spMkLst>
        </pc:spChg>
        <pc:picChg chg="add del">
          <ac:chgData name="GertJan Bollen" userId="c2acf3f2-d138-4c0d-8d16-23e26fc30cb3" providerId="ADAL" clId="{CAC8F51E-5313-49B2-A845-0F7F1FB57EE0}" dt="2026-05-11T08:21:45.916" v="1094" actId="478"/>
          <ac:picMkLst>
            <pc:docMk/>
            <pc:sldMk cId="2224360279" sldId="260"/>
            <ac:picMk id="15" creationId="{7CA5EE50-02D4-9133-B772-B763C0240CD6}"/>
          </ac:picMkLst>
        </pc:picChg>
      </pc:sldChg>
      <pc:sldChg chg="add">
        <pc:chgData name="GertJan Bollen" userId="c2acf3f2-d138-4c0d-8d16-23e26fc30cb3" providerId="ADAL" clId="{CAC8F51E-5313-49B2-A845-0F7F1FB57EE0}" dt="2026-05-11T08:21:49.579" v="1097" actId="2890"/>
        <pc:sldMkLst>
          <pc:docMk/>
          <pc:sldMk cId="3218665685" sldId="261"/>
        </pc:sldMkLst>
      </pc:sldChg>
      <pc:sldChg chg="addSp modSp add mod">
        <pc:chgData name="GertJan Bollen" userId="c2acf3f2-d138-4c0d-8d16-23e26fc30cb3" providerId="ADAL" clId="{CAC8F51E-5313-49B2-A845-0F7F1FB57EE0}" dt="2026-05-11T08:24:03.036" v="1124" actId="20577"/>
        <pc:sldMkLst>
          <pc:docMk/>
          <pc:sldMk cId="1056685841" sldId="262"/>
        </pc:sldMkLst>
        <pc:spChg chg="add mod">
          <ac:chgData name="GertJan Bollen" userId="c2acf3f2-d138-4c0d-8d16-23e26fc30cb3" providerId="ADAL" clId="{CAC8F51E-5313-49B2-A845-0F7F1FB57EE0}" dt="2026-05-11T08:24:03.036" v="1124" actId="20577"/>
          <ac:spMkLst>
            <pc:docMk/>
            <pc:sldMk cId="1056685841" sldId="262"/>
            <ac:spMk id="2" creationId="{F46F5806-3117-0074-2016-ADCAC98D7934}"/>
          </ac:spMkLst>
        </pc:spChg>
      </pc:sldChg>
      <pc:sldChg chg="addSp modSp add mod">
        <pc:chgData name="GertJan Bollen" userId="c2acf3f2-d138-4c0d-8d16-23e26fc30cb3" providerId="ADAL" clId="{CAC8F51E-5313-49B2-A845-0F7F1FB57EE0}" dt="2026-05-11T08:23:58.078" v="1115" actId="20577"/>
        <pc:sldMkLst>
          <pc:docMk/>
          <pc:sldMk cId="3667978589" sldId="263"/>
        </pc:sldMkLst>
        <pc:spChg chg="add mod">
          <ac:chgData name="GertJan Bollen" userId="c2acf3f2-d138-4c0d-8d16-23e26fc30cb3" providerId="ADAL" clId="{CAC8F51E-5313-49B2-A845-0F7F1FB57EE0}" dt="2026-05-11T08:23:58.078" v="1115" actId="20577"/>
          <ac:spMkLst>
            <pc:docMk/>
            <pc:sldMk cId="3667978589" sldId="263"/>
            <ac:spMk id="2" creationId="{160751CC-CE64-D144-6AD3-0133302C27AA}"/>
          </ac:spMkLst>
        </pc:spChg>
      </pc:sldChg>
      <pc:sldChg chg="add">
        <pc:chgData name="GertJan Bollen" userId="c2acf3f2-d138-4c0d-8d16-23e26fc30cb3" providerId="ADAL" clId="{CAC8F51E-5313-49B2-A845-0F7F1FB57EE0}" dt="2026-05-11T08:24:06.975" v="1125" actId="2890"/>
        <pc:sldMkLst>
          <pc:docMk/>
          <pc:sldMk cId="2754407305" sldId="264"/>
        </pc:sldMkLst>
      </pc:sldChg>
      <pc:sldChg chg="add">
        <pc:chgData name="GertJan Bollen" userId="c2acf3f2-d138-4c0d-8d16-23e26fc30cb3" providerId="ADAL" clId="{CAC8F51E-5313-49B2-A845-0F7F1FB57EE0}" dt="2026-05-11T08:24:08.689" v="1126" actId="2890"/>
        <pc:sldMkLst>
          <pc:docMk/>
          <pc:sldMk cId="744870353" sldId="265"/>
        </pc:sldMkLst>
      </pc:sldChg>
      <pc:sldMasterChg chg="setBg modSldLayout">
        <pc:chgData name="GertJan Bollen" userId="c2acf3f2-d138-4c0d-8d16-23e26fc30cb3" providerId="ADAL" clId="{CAC8F51E-5313-49B2-A845-0F7F1FB57EE0}" dt="2026-05-11T08:20:05.621" v="1073"/>
        <pc:sldMasterMkLst>
          <pc:docMk/>
          <pc:sldMasterMk cId="3829285774" sldId="2147483648"/>
        </pc:sldMasterMkLst>
        <pc:sldLayoutChg chg="setBg">
          <pc:chgData name="GertJan Bollen" userId="c2acf3f2-d138-4c0d-8d16-23e26fc30cb3" providerId="ADAL" clId="{CAC8F51E-5313-49B2-A845-0F7F1FB57EE0}" dt="2026-05-11T08:20:05.621" v="1073"/>
          <pc:sldLayoutMkLst>
            <pc:docMk/>
            <pc:sldMasterMk cId="3829285774" sldId="2147483648"/>
            <pc:sldLayoutMk cId="773647248" sldId="2147483649"/>
          </pc:sldLayoutMkLst>
        </pc:sldLayoutChg>
        <pc:sldLayoutChg chg="setBg">
          <pc:chgData name="GertJan Bollen" userId="c2acf3f2-d138-4c0d-8d16-23e26fc30cb3" providerId="ADAL" clId="{CAC8F51E-5313-49B2-A845-0F7F1FB57EE0}" dt="2026-05-11T08:20:05.621" v="1073"/>
          <pc:sldLayoutMkLst>
            <pc:docMk/>
            <pc:sldMasterMk cId="3829285774" sldId="2147483648"/>
            <pc:sldLayoutMk cId="2248385607" sldId="2147483650"/>
          </pc:sldLayoutMkLst>
        </pc:sldLayoutChg>
        <pc:sldLayoutChg chg="setBg">
          <pc:chgData name="GertJan Bollen" userId="c2acf3f2-d138-4c0d-8d16-23e26fc30cb3" providerId="ADAL" clId="{CAC8F51E-5313-49B2-A845-0F7F1FB57EE0}" dt="2026-05-11T08:20:05.621" v="1073"/>
          <pc:sldLayoutMkLst>
            <pc:docMk/>
            <pc:sldMasterMk cId="3829285774" sldId="2147483648"/>
            <pc:sldLayoutMk cId="1467724238" sldId="2147483651"/>
          </pc:sldLayoutMkLst>
        </pc:sldLayoutChg>
        <pc:sldLayoutChg chg="setBg">
          <pc:chgData name="GertJan Bollen" userId="c2acf3f2-d138-4c0d-8d16-23e26fc30cb3" providerId="ADAL" clId="{CAC8F51E-5313-49B2-A845-0F7F1FB57EE0}" dt="2026-05-11T08:20:05.621" v="1073"/>
          <pc:sldLayoutMkLst>
            <pc:docMk/>
            <pc:sldMasterMk cId="3829285774" sldId="2147483648"/>
            <pc:sldLayoutMk cId="4044860925" sldId="2147483652"/>
          </pc:sldLayoutMkLst>
        </pc:sldLayoutChg>
        <pc:sldLayoutChg chg="setBg">
          <pc:chgData name="GertJan Bollen" userId="c2acf3f2-d138-4c0d-8d16-23e26fc30cb3" providerId="ADAL" clId="{CAC8F51E-5313-49B2-A845-0F7F1FB57EE0}" dt="2026-05-11T08:20:05.621" v="1073"/>
          <pc:sldLayoutMkLst>
            <pc:docMk/>
            <pc:sldMasterMk cId="3829285774" sldId="2147483648"/>
            <pc:sldLayoutMk cId="134554784" sldId="2147483653"/>
          </pc:sldLayoutMkLst>
        </pc:sldLayoutChg>
        <pc:sldLayoutChg chg="setBg">
          <pc:chgData name="GertJan Bollen" userId="c2acf3f2-d138-4c0d-8d16-23e26fc30cb3" providerId="ADAL" clId="{CAC8F51E-5313-49B2-A845-0F7F1FB57EE0}" dt="2026-05-11T08:20:05.621" v="1073"/>
          <pc:sldLayoutMkLst>
            <pc:docMk/>
            <pc:sldMasterMk cId="3829285774" sldId="2147483648"/>
            <pc:sldLayoutMk cId="1097424318" sldId="2147483654"/>
          </pc:sldLayoutMkLst>
        </pc:sldLayoutChg>
        <pc:sldLayoutChg chg="setBg">
          <pc:chgData name="GertJan Bollen" userId="c2acf3f2-d138-4c0d-8d16-23e26fc30cb3" providerId="ADAL" clId="{CAC8F51E-5313-49B2-A845-0F7F1FB57EE0}" dt="2026-05-11T08:20:05.621" v="1073"/>
          <pc:sldLayoutMkLst>
            <pc:docMk/>
            <pc:sldMasterMk cId="3829285774" sldId="2147483648"/>
            <pc:sldLayoutMk cId="877377783" sldId="2147483655"/>
          </pc:sldLayoutMkLst>
        </pc:sldLayoutChg>
        <pc:sldLayoutChg chg="setBg">
          <pc:chgData name="GertJan Bollen" userId="c2acf3f2-d138-4c0d-8d16-23e26fc30cb3" providerId="ADAL" clId="{CAC8F51E-5313-49B2-A845-0F7F1FB57EE0}" dt="2026-05-11T08:20:05.621" v="1073"/>
          <pc:sldLayoutMkLst>
            <pc:docMk/>
            <pc:sldMasterMk cId="3829285774" sldId="2147483648"/>
            <pc:sldLayoutMk cId="3470126616" sldId="2147483656"/>
          </pc:sldLayoutMkLst>
        </pc:sldLayoutChg>
        <pc:sldLayoutChg chg="setBg">
          <pc:chgData name="GertJan Bollen" userId="c2acf3f2-d138-4c0d-8d16-23e26fc30cb3" providerId="ADAL" clId="{CAC8F51E-5313-49B2-A845-0F7F1FB57EE0}" dt="2026-05-11T08:20:05.621" v="1073"/>
          <pc:sldLayoutMkLst>
            <pc:docMk/>
            <pc:sldMasterMk cId="3829285774" sldId="2147483648"/>
            <pc:sldLayoutMk cId="840659669" sldId="2147483657"/>
          </pc:sldLayoutMkLst>
        </pc:sldLayoutChg>
        <pc:sldLayoutChg chg="setBg">
          <pc:chgData name="GertJan Bollen" userId="c2acf3f2-d138-4c0d-8d16-23e26fc30cb3" providerId="ADAL" clId="{CAC8F51E-5313-49B2-A845-0F7F1FB57EE0}" dt="2026-05-11T08:20:05.621" v="1073"/>
          <pc:sldLayoutMkLst>
            <pc:docMk/>
            <pc:sldMasterMk cId="3829285774" sldId="2147483648"/>
            <pc:sldLayoutMk cId="1300010202" sldId="2147483658"/>
          </pc:sldLayoutMkLst>
        </pc:sldLayoutChg>
        <pc:sldLayoutChg chg="setBg">
          <pc:chgData name="GertJan Bollen" userId="c2acf3f2-d138-4c0d-8d16-23e26fc30cb3" providerId="ADAL" clId="{CAC8F51E-5313-49B2-A845-0F7F1FB57EE0}" dt="2026-05-11T08:20:05.621" v="1073"/>
          <pc:sldLayoutMkLst>
            <pc:docMk/>
            <pc:sldMasterMk cId="3829285774" sldId="2147483648"/>
            <pc:sldLayoutMk cId="1829340536" sldId="2147483659"/>
          </pc:sldLayoutMkLst>
        </pc:sldLayoutChg>
      </pc:sldMasterChg>
    </pc:docChg>
  </pc:docChgLst>
  <pc:docChgLst>
    <pc:chgData name="GertJan Bollen" userId="S::12401891@student.pxl.be::c2acf3f2-d138-4c0d-8d16-23e26fc30cb3" providerId="AD" clId="Web-{750B09B4-E711-813A-39AF-763BEE879F0E}"/>
    <pc:docChg chg="addSld delSld modSld sldOrd">
      <pc:chgData name="GertJan Bollen" userId="S::12401891@student.pxl.be::c2acf3f2-d138-4c0d-8d16-23e26fc30cb3" providerId="AD" clId="Web-{750B09B4-E711-813A-39AF-763BEE879F0E}" dt="2026-05-12T15:20:14.713" v="617" actId="20577"/>
      <pc:docMkLst>
        <pc:docMk/>
      </pc:docMkLst>
      <pc:sldChg chg="del">
        <pc:chgData name="GertJan Bollen" userId="S::12401891@student.pxl.be::c2acf3f2-d138-4c0d-8d16-23e26fc30cb3" providerId="AD" clId="Web-{750B09B4-E711-813A-39AF-763BEE879F0E}" dt="2026-05-12T15:05:52.234" v="412"/>
        <pc:sldMkLst>
          <pc:docMk/>
          <pc:sldMk cId="1839712316" sldId="257"/>
        </pc:sldMkLst>
      </pc:sldChg>
      <pc:sldChg chg="addSp delSp modSp modNotes">
        <pc:chgData name="GertJan Bollen" userId="S::12401891@student.pxl.be::c2acf3f2-d138-4c0d-8d16-23e26fc30cb3" providerId="AD" clId="Web-{750B09B4-E711-813A-39AF-763BEE879F0E}" dt="2026-05-12T14:57:07.425" v="377" actId="1076"/>
        <pc:sldMkLst>
          <pc:docMk/>
          <pc:sldMk cId="2224360279" sldId="260"/>
        </pc:sldMkLst>
        <pc:spChg chg="add mod">
          <ac:chgData name="GertJan Bollen" userId="S::12401891@student.pxl.be::c2acf3f2-d138-4c0d-8d16-23e26fc30cb3" providerId="AD" clId="Web-{750B09B4-E711-813A-39AF-763BEE879F0E}" dt="2026-05-12T14:25:40.192" v="35" actId="1076"/>
          <ac:spMkLst>
            <pc:docMk/>
            <pc:sldMk cId="2224360279" sldId="260"/>
            <ac:spMk id="2" creationId="{DAB313ED-90B4-E2E6-02BD-BC3A8E14BA53}"/>
          </ac:spMkLst>
        </pc:spChg>
        <pc:spChg chg="mod">
          <ac:chgData name="GertJan Bollen" userId="S::12401891@student.pxl.be::c2acf3f2-d138-4c0d-8d16-23e26fc30cb3" providerId="AD" clId="Web-{750B09B4-E711-813A-39AF-763BEE879F0E}" dt="2026-05-12T14:50:31.624" v="370" actId="20577"/>
          <ac:spMkLst>
            <pc:docMk/>
            <pc:sldMk cId="2224360279" sldId="260"/>
            <ac:spMk id="3" creationId="{78EE896F-8E13-7EE4-5603-A44A6BA8C5F5}"/>
          </ac:spMkLst>
        </pc:spChg>
        <pc:picChg chg="add del mod">
          <ac:chgData name="GertJan Bollen" userId="S::12401891@student.pxl.be::c2acf3f2-d138-4c0d-8d16-23e26fc30cb3" providerId="AD" clId="Web-{750B09B4-E711-813A-39AF-763BEE879F0E}" dt="2026-05-12T14:50:10.201" v="358"/>
          <ac:picMkLst>
            <pc:docMk/>
            <pc:sldMk cId="2224360279" sldId="260"/>
            <ac:picMk id="4" creationId="{9088B14D-6B71-385B-1A35-4CA1891EF988}"/>
          </ac:picMkLst>
        </pc:picChg>
        <pc:picChg chg="add mod">
          <ac:chgData name="GertJan Bollen" userId="S::12401891@student.pxl.be::c2acf3f2-d138-4c0d-8d16-23e26fc30cb3" providerId="AD" clId="Web-{750B09B4-E711-813A-39AF-763BEE879F0E}" dt="2026-05-12T14:56:55.409" v="375" actId="1076"/>
          <ac:picMkLst>
            <pc:docMk/>
            <pc:sldMk cId="2224360279" sldId="260"/>
            <ac:picMk id="5" creationId="{020F58BC-BA10-4153-7ECB-9EFA8E190063}"/>
          </ac:picMkLst>
        </pc:picChg>
        <pc:picChg chg="add mod">
          <ac:chgData name="GertJan Bollen" userId="S::12401891@student.pxl.be::c2acf3f2-d138-4c0d-8d16-23e26fc30cb3" providerId="AD" clId="Web-{750B09B4-E711-813A-39AF-763BEE879F0E}" dt="2026-05-12T14:57:07.425" v="377" actId="1076"/>
          <ac:picMkLst>
            <pc:docMk/>
            <pc:sldMk cId="2224360279" sldId="260"/>
            <ac:picMk id="6" creationId="{D78F1C20-926F-2825-380F-A31B850B50F1}"/>
          </ac:picMkLst>
        </pc:picChg>
      </pc:sldChg>
      <pc:sldChg chg="addSp modSp ord modNotes">
        <pc:chgData name="GertJan Bollen" userId="S::12401891@student.pxl.be::c2acf3f2-d138-4c0d-8d16-23e26fc30cb3" providerId="AD" clId="Web-{750B09B4-E711-813A-39AF-763BEE879F0E}" dt="2026-05-12T15:05:39.328" v="411" actId="1076"/>
        <pc:sldMkLst>
          <pc:docMk/>
          <pc:sldMk cId="3218665685" sldId="261"/>
        </pc:sldMkLst>
        <pc:spChg chg="add mod">
          <ac:chgData name="GertJan Bollen" userId="S::12401891@student.pxl.be::c2acf3f2-d138-4c0d-8d16-23e26fc30cb3" providerId="AD" clId="Web-{750B09B4-E711-813A-39AF-763BEE879F0E}" dt="2026-05-12T14:33:59.150" v="141" actId="20577"/>
          <ac:spMkLst>
            <pc:docMk/>
            <pc:sldMk cId="3218665685" sldId="261"/>
            <ac:spMk id="3" creationId="{A3C9156C-14DA-2D74-E026-C050338766D0}"/>
          </ac:spMkLst>
        </pc:spChg>
        <pc:spChg chg="add mod">
          <ac:chgData name="GertJan Bollen" userId="S::12401891@student.pxl.be::c2acf3f2-d138-4c0d-8d16-23e26fc30cb3" providerId="AD" clId="Web-{750B09B4-E711-813A-39AF-763BEE879F0E}" dt="2026-05-12T15:05:38.203" v="410" actId="1076"/>
          <ac:spMkLst>
            <pc:docMk/>
            <pc:sldMk cId="3218665685" sldId="261"/>
            <ac:spMk id="4" creationId="{6336588C-9BFF-8027-8336-4E39F757D2CD}"/>
          </ac:spMkLst>
        </pc:spChg>
        <pc:picChg chg="add mod">
          <ac:chgData name="GertJan Bollen" userId="S::12401891@student.pxl.be::c2acf3f2-d138-4c0d-8d16-23e26fc30cb3" providerId="AD" clId="Web-{750B09B4-E711-813A-39AF-763BEE879F0E}" dt="2026-05-12T15:05:39.328" v="411" actId="1076"/>
          <ac:picMkLst>
            <pc:docMk/>
            <pc:sldMk cId="3218665685" sldId="261"/>
            <ac:picMk id="5" creationId="{68B1E05E-ABE4-73A3-214B-FAFB5708CA18}"/>
          </ac:picMkLst>
        </pc:picChg>
      </pc:sldChg>
      <pc:sldChg chg="addSp modSp">
        <pc:chgData name="GertJan Bollen" userId="S::12401891@student.pxl.be::c2acf3f2-d138-4c0d-8d16-23e26fc30cb3" providerId="AD" clId="Web-{750B09B4-E711-813A-39AF-763BEE879F0E}" dt="2026-05-12T14:43:06.530" v="290" actId="20577"/>
        <pc:sldMkLst>
          <pc:docMk/>
          <pc:sldMk cId="1056685841" sldId="262"/>
        </pc:sldMkLst>
        <pc:spChg chg="mod">
          <ac:chgData name="GertJan Bollen" userId="S::12401891@student.pxl.be::c2acf3f2-d138-4c0d-8d16-23e26fc30cb3" providerId="AD" clId="Web-{750B09B4-E711-813A-39AF-763BEE879F0E}" dt="2026-05-12T14:43:06.530" v="290" actId="20577"/>
          <ac:spMkLst>
            <pc:docMk/>
            <pc:sldMk cId="1056685841" sldId="262"/>
            <ac:spMk id="2" creationId="{F46F5806-3117-0074-2016-ADCAC98D7934}"/>
          </ac:spMkLst>
        </pc:spChg>
        <pc:spChg chg="add mod">
          <ac:chgData name="GertJan Bollen" userId="S::12401891@student.pxl.be::c2acf3f2-d138-4c0d-8d16-23e26fc30cb3" providerId="AD" clId="Web-{750B09B4-E711-813A-39AF-763BEE879F0E}" dt="2026-05-12T14:38:41.860" v="195" actId="1076"/>
          <ac:spMkLst>
            <pc:docMk/>
            <pc:sldMk cId="1056685841" sldId="262"/>
            <ac:spMk id="3" creationId="{F84831AF-D3DA-CC0F-161A-D5312FD7167C}"/>
          </ac:spMkLst>
        </pc:spChg>
        <pc:picChg chg="add mod">
          <ac:chgData name="GertJan Bollen" userId="S::12401891@student.pxl.be::c2acf3f2-d138-4c0d-8d16-23e26fc30cb3" providerId="AD" clId="Web-{750B09B4-E711-813A-39AF-763BEE879F0E}" dt="2026-05-12T14:38:38.547" v="194" actId="14100"/>
          <ac:picMkLst>
            <pc:docMk/>
            <pc:sldMk cId="1056685841" sldId="262"/>
            <ac:picMk id="4" creationId="{16AE0DD0-5D8D-7708-281E-58E4C0AEA56F}"/>
          </ac:picMkLst>
        </pc:picChg>
      </pc:sldChg>
      <pc:sldChg chg="addSp delSp modSp modNotes">
        <pc:chgData name="GertJan Bollen" userId="S::12401891@student.pxl.be::c2acf3f2-d138-4c0d-8d16-23e26fc30cb3" providerId="AD" clId="Web-{750B09B4-E711-813A-39AF-763BEE879F0E}" dt="2026-05-12T15:08:29.284" v="422"/>
        <pc:sldMkLst>
          <pc:docMk/>
          <pc:sldMk cId="3667978589" sldId="263"/>
        </pc:sldMkLst>
        <pc:spChg chg="mod">
          <ac:chgData name="GertJan Bollen" userId="S::12401891@student.pxl.be::c2acf3f2-d138-4c0d-8d16-23e26fc30cb3" providerId="AD" clId="Web-{750B09B4-E711-813A-39AF-763BEE879F0E}" dt="2026-05-12T14:32:16.852" v="115" actId="20577"/>
          <ac:spMkLst>
            <pc:docMk/>
            <pc:sldMk cId="3667978589" sldId="263"/>
            <ac:spMk id="2" creationId="{160751CC-CE64-D144-6AD3-0133302C27AA}"/>
          </ac:spMkLst>
        </pc:spChg>
        <pc:spChg chg="add mod">
          <ac:chgData name="GertJan Bollen" userId="S::12401891@student.pxl.be::c2acf3f2-d138-4c0d-8d16-23e26fc30cb3" providerId="AD" clId="Web-{750B09B4-E711-813A-39AF-763BEE879F0E}" dt="2026-05-12T14:33:11.962" v="133" actId="20577"/>
          <ac:spMkLst>
            <pc:docMk/>
            <pc:sldMk cId="3667978589" sldId="263"/>
            <ac:spMk id="3" creationId="{BA75A41B-4C36-B48A-EFD9-D4039B8B92E0}"/>
          </ac:spMkLst>
        </pc:spChg>
        <pc:spChg chg="add del mod">
          <ac:chgData name="GertJan Bollen" userId="S::12401891@student.pxl.be::c2acf3f2-d138-4c0d-8d16-23e26fc30cb3" providerId="AD" clId="Web-{750B09B4-E711-813A-39AF-763BEE879F0E}" dt="2026-05-12T15:08:29.284" v="422"/>
          <ac:spMkLst>
            <pc:docMk/>
            <pc:sldMk cId="3667978589" sldId="263"/>
            <ac:spMk id="4" creationId="{660CC859-BE8F-4081-1C02-919D053261AD}"/>
          </ac:spMkLst>
        </pc:spChg>
        <pc:picChg chg="add mod">
          <ac:chgData name="GertJan Bollen" userId="S::12401891@student.pxl.be::c2acf3f2-d138-4c0d-8d16-23e26fc30cb3" providerId="AD" clId="Web-{750B09B4-E711-813A-39AF-763BEE879F0E}" dt="2026-05-12T15:08:16.752" v="420" actId="1076"/>
          <ac:picMkLst>
            <pc:docMk/>
            <pc:sldMk cId="3667978589" sldId="263"/>
            <ac:picMk id="5" creationId="{EB451FED-7872-32AF-A219-5157954DC5FA}"/>
          </ac:picMkLst>
        </pc:picChg>
      </pc:sldChg>
      <pc:sldChg chg="addSp delSp modSp">
        <pc:chgData name="GertJan Bollen" userId="S::12401891@student.pxl.be::c2acf3f2-d138-4c0d-8d16-23e26fc30cb3" providerId="AD" clId="Web-{750B09B4-E711-813A-39AF-763BEE879F0E}" dt="2026-05-12T15:00:19.152" v="385" actId="1076"/>
        <pc:sldMkLst>
          <pc:docMk/>
          <pc:sldMk cId="2754407305" sldId="264"/>
        </pc:sldMkLst>
        <pc:spChg chg="add mod">
          <ac:chgData name="GertJan Bollen" userId="S::12401891@student.pxl.be::c2acf3f2-d138-4c0d-8d16-23e26fc30cb3" providerId="AD" clId="Web-{750B09B4-E711-813A-39AF-763BEE879F0E}" dt="2026-05-12T14:43:31.344" v="300" actId="20577"/>
          <ac:spMkLst>
            <pc:docMk/>
            <pc:sldMk cId="2754407305" sldId="264"/>
            <ac:spMk id="3" creationId="{3149BE2C-D7E9-27D9-370B-EE66531B4F65}"/>
          </ac:spMkLst>
        </pc:spChg>
        <pc:spChg chg="add mod">
          <ac:chgData name="GertJan Bollen" userId="S::12401891@student.pxl.be::c2acf3f2-d138-4c0d-8d16-23e26fc30cb3" providerId="AD" clId="Web-{750B09B4-E711-813A-39AF-763BEE879F0E}" dt="2026-05-12T14:46:31.259" v="318" actId="20577"/>
          <ac:spMkLst>
            <pc:docMk/>
            <pc:sldMk cId="2754407305" sldId="264"/>
            <ac:spMk id="4" creationId="{915F8371-5030-AF76-C8AC-D3B4A9DE4EDE}"/>
          </ac:spMkLst>
        </pc:spChg>
        <pc:picChg chg="add del mod">
          <ac:chgData name="GertJan Bollen" userId="S::12401891@student.pxl.be::c2acf3f2-d138-4c0d-8d16-23e26fc30cb3" providerId="AD" clId="Web-{750B09B4-E711-813A-39AF-763BEE879F0E}" dt="2026-05-12T15:00:06.480" v="381"/>
          <ac:picMkLst>
            <pc:docMk/>
            <pc:sldMk cId="2754407305" sldId="264"/>
            <ac:picMk id="5" creationId="{EB45A812-7DFC-5459-5213-1909F4143389}"/>
          </ac:picMkLst>
        </pc:picChg>
        <pc:picChg chg="add mod">
          <ac:chgData name="GertJan Bollen" userId="S::12401891@student.pxl.be::c2acf3f2-d138-4c0d-8d16-23e26fc30cb3" providerId="AD" clId="Web-{750B09B4-E711-813A-39AF-763BEE879F0E}" dt="2026-05-12T15:00:19.152" v="385" actId="1076"/>
          <ac:picMkLst>
            <pc:docMk/>
            <pc:sldMk cId="2754407305" sldId="264"/>
            <ac:picMk id="6" creationId="{194536D4-999A-CCF3-A7AB-3DD76C2A9EA8}"/>
          </ac:picMkLst>
        </pc:picChg>
      </pc:sldChg>
      <pc:sldChg chg="addSp modSp">
        <pc:chgData name="GertJan Bollen" userId="S::12401891@student.pxl.be::c2acf3f2-d138-4c0d-8d16-23e26fc30cb3" providerId="AD" clId="Web-{750B09B4-E711-813A-39AF-763BEE879F0E}" dt="2026-05-12T14:43:00.420" v="288" actId="20577"/>
        <pc:sldMkLst>
          <pc:docMk/>
          <pc:sldMk cId="744870353" sldId="265"/>
        </pc:sldMkLst>
        <pc:spChg chg="add mod">
          <ac:chgData name="GertJan Bollen" userId="S::12401891@student.pxl.be::c2acf3f2-d138-4c0d-8d16-23e26fc30cb3" providerId="AD" clId="Web-{750B09B4-E711-813A-39AF-763BEE879F0E}" dt="2026-05-12T14:43:00.420" v="288" actId="20577"/>
          <ac:spMkLst>
            <pc:docMk/>
            <pc:sldMk cId="744870353" sldId="265"/>
            <ac:spMk id="3" creationId="{4D32FCD3-8517-2234-AB83-DAEF911A64C1}"/>
          </ac:spMkLst>
        </pc:spChg>
        <pc:spChg chg="add mod">
          <ac:chgData name="GertJan Bollen" userId="S::12401891@student.pxl.be::c2acf3f2-d138-4c0d-8d16-23e26fc30cb3" providerId="AD" clId="Web-{750B09B4-E711-813A-39AF-763BEE879F0E}" dt="2026-05-12T14:41:38.789" v="250" actId="1076"/>
          <ac:spMkLst>
            <pc:docMk/>
            <pc:sldMk cId="744870353" sldId="265"/>
            <ac:spMk id="4" creationId="{DB116AB3-8EF5-8A29-5DEC-542DAB7962EF}"/>
          </ac:spMkLst>
        </pc:spChg>
        <pc:picChg chg="add mod">
          <ac:chgData name="GertJan Bollen" userId="S::12401891@student.pxl.be::c2acf3f2-d138-4c0d-8d16-23e26fc30cb3" providerId="AD" clId="Web-{750B09B4-E711-813A-39AF-763BEE879F0E}" dt="2026-05-12T14:41:58.322" v="252" actId="1076"/>
          <ac:picMkLst>
            <pc:docMk/>
            <pc:sldMk cId="744870353" sldId="265"/>
            <ac:picMk id="5" creationId="{B91F9A77-BF88-9C40-D9EF-81E3D50BAACB}"/>
          </ac:picMkLst>
        </pc:picChg>
      </pc:sldChg>
      <pc:sldChg chg="addSp modSp add replId">
        <pc:chgData name="GertJan Bollen" userId="S::12401891@student.pxl.be::c2acf3f2-d138-4c0d-8d16-23e26fc30cb3" providerId="AD" clId="Web-{750B09B4-E711-813A-39AF-763BEE879F0E}" dt="2026-05-12T14:48:09.370" v="345" actId="14100"/>
        <pc:sldMkLst>
          <pc:docMk/>
          <pc:sldMk cId="1824513169" sldId="266"/>
        </pc:sldMkLst>
        <pc:spChg chg="add mod">
          <ac:chgData name="GertJan Bollen" userId="S::12401891@student.pxl.be::c2acf3f2-d138-4c0d-8d16-23e26fc30cb3" providerId="AD" clId="Web-{750B09B4-E711-813A-39AF-763BEE879F0E}" dt="2026-05-12T14:47:11.119" v="326" actId="20577"/>
          <ac:spMkLst>
            <pc:docMk/>
            <pc:sldMk cId="1824513169" sldId="266"/>
            <ac:spMk id="3" creationId="{6647934C-0013-3BEA-B8B7-BE79C3DBA6B9}"/>
          </ac:spMkLst>
        </pc:spChg>
        <pc:spChg chg="add mod">
          <ac:chgData name="GertJan Bollen" userId="S::12401891@student.pxl.be::c2acf3f2-d138-4c0d-8d16-23e26fc30cb3" providerId="AD" clId="Web-{750B09B4-E711-813A-39AF-763BEE879F0E}" dt="2026-05-12T14:48:09.370" v="345" actId="14100"/>
          <ac:spMkLst>
            <pc:docMk/>
            <pc:sldMk cId="1824513169" sldId="266"/>
            <ac:spMk id="4" creationId="{AB4F6792-2B4A-CF23-9F75-A394EFAF8256}"/>
          </ac:spMkLst>
        </pc:spChg>
      </pc:sldChg>
      <pc:sldChg chg="addSp modSp add replId">
        <pc:chgData name="GertJan Bollen" userId="S::12401891@student.pxl.be::c2acf3f2-d138-4c0d-8d16-23e26fc30cb3" providerId="AD" clId="Web-{750B09B4-E711-813A-39AF-763BEE879F0E}" dt="2026-05-12T15:10:57.119" v="433" actId="20577"/>
        <pc:sldMkLst>
          <pc:docMk/>
          <pc:sldMk cId="237632650" sldId="267"/>
        </pc:sldMkLst>
        <pc:spChg chg="add mod">
          <ac:chgData name="GertJan Bollen" userId="S::12401891@student.pxl.be::c2acf3f2-d138-4c0d-8d16-23e26fc30cb3" providerId="AD" clId="Web-{750B09B4-E711-813A-39AF-763BEE879F0E}" dt="2026-05-12T15:10:57.119" v="433" actId="20577"/>
          <ac:spMkLst>
            <pc:docMk/>
            <pc:sldMk cId="237632650" sldId="267"/>
            <ac:spMk id="3" creationId="{2A0EBB33-F49B-EA4F-B6CF-24BDC11EC807}"/>
          </ac:spMkLst>
        </pc:spChg>
      </pc:sldChg>
      <pc:sldChg chg="addSp delSp modSp add replId">
        <pc:chgData name="GertJan Bollen" userId="S::12401891@student.pxl.be::c2acf3f2-d138-4c0d-8d16-23e26fc30cb3" providerId="AD" clId="Web-{750B09B4-E711-813A-39AF-763BEE879F0E}" dt="2026-05-12T15:10:19.743" v="430" actId="1076"/>
        <pc:sldMkLst>
          <pc:docMk/>
          <pc:sldMk cId="598884128" sldId="268"/>
        </pc:sldMkLst>
        <pc:spChg chg="del">
          <ac:chgData name="GertJan Bollen" userId="S::12401891@student.pxl.be::c2acf3f2-d138-4c0d-8d16-23e26fc30cb3" providerId="AD" clId="Web-{750B09B4-E711-813A-39AF-763BEE879F0E}" dt="2026-05-12T15:08:32.019" v="423"/>
          <ac:spMkLst>
            <pc:docMk/>
            <pc:sldMk cId="598884128" sldId="268"/>
            <ac:spMk id="3" creationId="{2F5F9141-84EE-4893-5705-64084051430F}"/>
          </ac:spMkLst>
        </pc:spChg>
        <pc:spChg chg="mod">
          <ac:chgData name="GertJan Bollen" userId="S::12401891@student.pxl.be::c2acf3f2-d138-4c0d-8d16-23e26fc30cb3" providerId="AD" clId="Web-{750B09B4-E711-813A-39AF-763BEE879F0E}" dt="2026-05-12T15:08:41.801" v="425" actId="1076"/>
          <ac:spMkLst>
            <pc:docMk/>
            <pc:sldMk cId="598884128" sldId="268"/>
            <ac:spMk id="4" creationId="{427201A0-D566-0138-2613-8E3FD4F01674}"/>
          </ac:spMkLst>
        </pc:spChg>
        <pc:picChg chg="del">
          <ac:chgData name="GertJan Bollen" userId="S::12401891@student.pxl.be::c2acf3f2-d138-4c0d-8d16-23e26fc30cb3" providerId="AD" clId="Web-{750B09B4-E711-813A-39AF-763BEE879F0E}" dt="2026-05-12T15:08:32.816" v="424"/>
          <ac:picMkLst>
            <pc:docMk/>
            <pc:sldMk cId="598884128" sldId="268"/>
            <ac:picMk id="5" creationId="{B9CE2D42-6E8E-BAC7-ED62-2E9E648DB692}"/>
          </ac:picMkLst>
        </pc:picChg>
        <pc:picChg chg="add mod">
          <ac:chgData name="GertJan Bollen" userId="S::12401891@student.pxl.be::c2acf3f2-d138-4c0d-8d16-23e26fc30cb3" providerId="AD" clId="Web-{750B09B4-E711-813A-39AF-763BEE879F0E}" dt="2026-05-12T15:10:19.743" v="430" actId="1076"/>
          <ac:picMkLst>
            <pc:docMk/>
            <pc:sldMk cId="598884128" sldId="268"/>
            <ac:picMk id="6" creationId="{B42092B2-E9E2-4B78-A3B0-5E6EEAD94707}"/>
          </ac:picMkLst>
        </pc:picChg>
      </pc:sldChg>
      <pc:sldChg chg="add del replId">
        <pc:chgData name="GertJan Bollen" userId="S::12401891@student.pxl.be::c2acf3f2-d138-4c0d-8d16-23e26fc30cb3" providerId="AD" clId="Web-{750B09B4-E711-813A-39AF-763BEE879F0E}" dt="2026-05-12T14:48:22.354" v="346"/>
        <pc:sldMkLst>
          <pc:docMk/>
          <pc:sldMk cId="3321397524" sldId="268"/>
        </pc:sldMkLst>
      </pc:sldChg>
      <pc:sldChg chg="modSp new ord">
        <pc:chgData name="GertJan Bollen" userId="S::12401891@student.pxl.be::c2acf3f2-d138-4c0d-8d16-23e26fc30cb3" providerId="AD" clId="Web-{750B09B4-E711-813A-39AF-763BEE879F0E}" dt="2026-05-12T15:20:14.713" v="617" actId="20577"/>
        <pc:sldMkLst>
          <pc:docMk/>
          <pc:sldMk cId="1285275744" sldId="269"/>
        </pc:sldMkLst>
        <pc:spChg chg="mod">
          <ac:chgData name="GertJan Bollen" userId="S::12401891@student.pxl.be::c2acf3f2-d138-4c0d-8d16-23e26fc30cb3" providerId="AD" clId="Web-{750B09B4-E711-813A-39AF-763BEE879F0E}" dt="2026-05-12T15:20:14.713" v="617" actId="20577"/>
          <ac:spMkLst>
            <pc:docMk/>
            <pc:sldMk cId="1285275744" sldId="269"/>
            <ac:spMk id="2" creationId="{F37E4EBD-3A59-1EEF-0624-18B42CAA19AF}"/>
          </ac:spMkLst>
        </pc:spChg>
        <pc:spChg chg="mod">
          <ac:chgData name="GertJan Bollen" userId="S::12401891@student.pxl.be::c2acf3f2-d138-4c0d-8d16-23e26fc30cb3" providerId="AD" clId="Web-{750B09B4-E711-813A-39AF-763BEE879F0E}" dt="2026-05-12T15:19:57.634" v="611" actId="20577"/>
          <ac:spMkLst>
            <pc:docMk/>
            <pc:sldMk cId="1285275744" sldId="269"/>
            <ac:spMk id="3" creationId="{17602C22-17A4-5781-2EA9-C82BA2B8C5E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AD11E0-8DC5-4354-8566-2642D1DA00FC}" type="datetimeFigureOut">
              <a:t>5/12/2026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1643A1-0A2F-4229-8844-6B23A6FD819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3229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Waarom</a:t>
            </a:r>
            <a:r>
              <a:rPr lang="en-US" dirty="0"/>
              <a:t> RAM </a:t>
            </a:r>
            <a:r>
              <a:rPr lang="en-US" dirty="0" err="1"/>
              <a:t>belangrijk</a:t>
            </a:r>
            <a:r>
              <a:rPr lang="en-US" dirty="0"/>
              <a:t> was: </a:t>
            </a:r>
            <a:r>
              <a:rPr lang="en-US" dirty="0" err="1"/>
              <a:t>actieve</a:t>
            </a:r>
            <a:r>
              <a:rPr lang="en-US" dirty="0"/>
              <a:t> </a:t>
            </a:r>
            <a:r>
              <a:rPr lang="en-US" dirty="0" err="1"/>
              <a:t>processen</a:t>
            </a:r>
            <a:r>
              <a:rPr lang="en-US" dirty="0"/>
              <a:t> + phishing draft </a:t>
            </a:r>
            <a:r>
              <a:rPr lang="en-US" dirty="0" err="1"/>
              <a:t>teruggevonden</a:t>
            </a:r>
            <a:endParaRPr lang="en-US" dirty="0" err="1">
              <a:ea typeface="Calibri"/>
              <a:cs typeface="Calibri"/>
            </a:endParaRPr>
          </a:p>
          <a:p>
            <a:r>
              <a:rPr lang="en-US" dirty="0"/>
              <a:t>Correlatie </a:t>
            </a:r>
            <a:r>
              <a:rPr lang="en-US" dirty="0" err="1"/>
              <a:t>tussen</a:t>
            </a:r>
            <a:r>
              <a:rPr lang="en-US" dirty="0"/>
              <a:t> browser history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netwerkconnecties</a:t>
            </a:r>
            <a:endParaRPr lang="en-US" dirty="0" err="1">
              <a:ea typeface="Calibri"/>
              <a:cs typeface="Calibri"/>
            </a:endParaRPr>
          </a:p>
          <a:p>
            <a:r>
              <a:rPr lang="en-US" dirty="0"/>
              <a:t>Roadblock: encrypted ZIP </a:t>
            </a:r>
            <a:r>
              <a:rPr lang="en-US" dirty="0" err="1"/>
              <a:t>wachtwoord</a:t>
            </a:r>
            <a:r>
              <a:rPr lang="en-US" dirty="0"/>
              <a:t> </a:t>
            </a:r>
            <a:r>
              <a:rPr lang="en-US" dirty="0" err="1"/>
              <a:t>niet</a:t>
            </a:r>
            <a:r>
              <a:rPr lang="en-US" dirty="0"/>
              <a:t> </a:t>
            </a:r>
            <a:r>
              <a:rPr lang="en-US" dirty="0" err="1"/>
              <a:t>recoverbaar</a:t>
            </a:r>
            <a:r>
              <a:rPr lang="en-US" dirty="0"/>
              <a:t> (Dit </a:t>
            </a:r>
            <a:r>
              <a:rPr lang="en-US" dirty="0" err="1"/>
              <a:t>bleek</a:t>
            </a:r>
            <a:r>
              <a:rPr lang="en-US" dirty="0"/>
              <a:t> later </a:t>
            </a:r>
            <a:r>
              <a:rPr lang="en-US" dirty="0" err="1"/>
              <a:t>toch</a:t>
            </a:r>
            <a:r>
              <a:rPr lang="en-US" dirty="0"/>
              <a:t> </a:t>
            </a:r>
            <a:r>
              <a:rPr lang="en-US" dirty="0" err="1"/>
              <a:t>mogelijk</a:t>
            </a:r>
            <a:r>
              <a:rPr lang="en-US" dirty="0"/>
              <a:t> door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spreken</a:t>
            </a:r>
            <a:r>
              <a:rPr lang="en-US" dirty="0"/>
              <a:t> met </a:t>
            </a:r>
            <a:r>
              <a:rPr lang="en-US" dirty="0" err="1"/>
              <a:t>andere</a:t>
            </a:r>
            <a:r>
              <a:rPr lang="en-US" dirty="0"/>
              <a:t> </a:t>
            </a:r>
            <a:r>
              <a:rPr lang="en-US" dirty="0" err="1"/>
              <a:t>groepen</a:t>
            </a:r>
            <a:r>
              <a:rPr lang="en-US" dirty="0"/>
              <a:t>)</a:t>
            </a:r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1643A1-0A2F-4229-8844-6B23A6FD819B}" type="slidenum"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2330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1643A1-0A2F-4229-8844-6B23A6FD819B}" type="slidenum"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2098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36AC71-DC97-3A21-7EDB-FE6111D8F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9BC5EF-627A-4C04-D320-9C39414A04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E290D5-51C8-3183-B016-96239FA330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B71A51-F8C2-8673-4D34-55E0EE1CF6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1643A1-0A2F-4229-8844-6B23A6FD819B}" type="slidenum"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379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Shellshock: This exploit abuses the Shellshock vulnerability by injecting commands into the HTTP User-Agent header. If the target server is vulnerable, it executes the payload and opens a reverse shell back to the attacker</a:t>
            </a:r>
          </a:p>
          <a:p>
            <a:endParaRPr lang="en-US" dirty="0">
              <a:ea typeface="Calibri"/>
              <a:cs typeface="Calibri"/>
            </a:endParaRPr>
          </a:p>
          <a:p>
            <a:r>
              <a:rPr lang="en-US">
                <a:ea typeface="Calibri"/>
                <a:cs typeface="Calibri"/>
              </a:rPr>
              <a:t>Dirty Cow (copy on write): </a:t>
            </a:r>
            <a:endParaRPr lang="en-US" dirty="0">
              <a:ea typeface="Calibri"/>
              <a:cs typeface="Calibri"/>
            </a:endParaRPr>
          </a:p>
          <a:p>
            <a:pPr marL="171450" indent="-171450">
              <a:buFont typeface="Arial"/>
              <a:buChar char="•"/>
            </a:pPr>
            <a:r>
              <a:rPr lang="en-US" dirty="0"/>
              <a:t>An attacker repeatedly forced the kernel to discard a memory page (/</a:t>
            </a:r>
            <a:r>
              <a:rPr lang="en-US" dirty="0" err="1"/>
              <a:t>etc</a:t>
            </a:r>
            <a:r>
              <a:rPr lang="en-US" dirty="0"/>
              <a:t>/passwd)</a:t>
            </a:r>
            <a:endParaRPr lang="en-US" dirty="0">
              <a:ea typeface="Calibri"/>
              <a:cs typeface="Calibri"/>
            </a:endParaRPr>
          </a:p>
          <a:p>
            <a:pPr marL="171450" indent="-171450">
              <a:buFont typeface="Arial"/>
              <a:buChar char="•"/>
            </a:pPr>
            <a:r>
              <a:rPr lang="en-US" dirty="0"/>
              <a:t>At the same time, they rapidly attempted to write to that page </a:t>
            </a:r>
            <a:endParaRPr lang="en-US" dirty="0">
              <a:ea typeface="Calibri"/>
              <a:cs typeface="Calibri"/>
            </a:endParaRPr>
          </a:p>
          <a:p>
            <a:pPr marL="171450" indent="-171450">
              <a:buFont typeface="Arial"/>
              <a:buChar char="•"/>
            </a:pPr>
            <a:r>
              <a:rPr lang="en-US"/>
              <a:t>Due to a timing bug, the write sometimes affected the original protected file instead of a private copy</a:t>
            </a: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1643A1-0A2F-4229-8844-6B23A6FD819B}" type="slidenum"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6493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44D688-80CF-7DE3-26C1-C86EACF671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C36F2BB3-9646-BB12-87F0-40E0D73546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F122C08-CCF6-00CA-683E-C27CC8229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7BC01-3FC9-41EB-9EFF-F4A7750D0077}" type="datetimeFigureOut">
              <a:rPr lang="nl-BE" smtClean="0"/>
              <a:t>12/05/2026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24EC1BA4-C7B1-7374-EF7D-865121A45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2F9F0442-D752-0554-6F95-2595799EA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49525-7DE3-401A-8BAE-EB103EE7874F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7736472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E10E28-0A42-A72A-835E-A865D3C3C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4B9D3DD-D032-B10E-AAA4-3E43173F3F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C23F9C00-F8BD-6958-3031-0970B8A10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7BC01-3FC9-41EB-9EFF-F4A7750D0077}" type="datetimeFigureOut">
              <a:rPr lang="nl-BE" smtClean="0"/>
              <a:t>12/05/2026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16072A38-2F03-8DC0-0E92-57AD80D44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40737292-5149-484A-B12C-E6EBC7BC6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49525-7DE3-401A-8BAE-EB103EE7874F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248385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4998E5C-0895-85FD-10D4-06BE8156F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70D641BC-79AE-57A5-4DC3-537A30949C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8E4540F6-33F2-9E83-9CCF-CAD7DCC6F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7BC01-3FC9-41EB-9EFF-F4A7750D0077}" type="datetimeFigureOut">
              <a:rPr lang="nl-BE" smtClean="0"/>
              <a:t>12/05/2026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D0C24BB-3DA8-9DF1-219E-6CAB97EAD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BD99AE6A-E48D-E9D0-B237-E2C6B89CE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49525-7DE3-401A-8BAE-EB103EE7874F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4677242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3E1878B-3A6D-AB48-C549-274FA691D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BB34D97D-8A7E-B283-B65A-25FACFC765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1563147D-D0FF-CA34-ADD4-8306DE1D5C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789CA248-0095-D7FE-7C78-79E10CFA1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7BC01-3FC9-41EB-9EFF-F4A7750D0077}" type="datetimeFigureOut">
              <a:rPr lang="nl-BE" smtClean="0"/>
              <a:t>12/05/2026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6BBDCC4E-30BA-4CD8-DD1A-1ADFE3A77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B31D6F6E-B312-6356-9A0C-954508EFF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49525-7DE3-401A-8BAE-EB103EE7874F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0448609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ED98DD-FF5D-A966-C49B-95DFE1BF3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7DD53286-6E7B-D751-579D-8D24993C62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A5AF4EF9-35E8-2C6D-FB79-F3A14F2A60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764E2130-7890-4194-6A0F-3FBAF488E2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8BEA65AE-0359-2EC3-3144-50EED38A3D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D3439215-3F2B-AFAE-F4AE-D41E721B5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7BC01-3FC9-41EB-9EFF-F4A7750D0077}" type="datetimeFigureOut">
              <a:rPr lang="nl-BE" smtClean="0"/>
              <a:t>12/05/2026</a:t>
            </a:fld>
            <a:endParaRPr lang="nl-BE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D7623291-DCDE-38EF-4A5D-DA728FA81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2AAA9AA9-2F22-1DCD-9A38-45DB6BAF6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49525-7DE3-401A-8BAE-EB103EE7874F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345547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7C6CCE-573E-2A63-6F69-4C8635536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37DBBC21-21D7-2060-8406-124D983E6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7BC01-3FC9-41EB-9EFF-F4A7750D0077}" type="datetimeFigureOut">
              <a:rPr lang="nl-BE" smtClean="0"/>
              <a:t>12/05/2026</a:t>
            </a:fld>
            <a:endParaRPr lang="nl-BE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3EB64941-7081-0AA1-D21E-C1442A800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5A8C73A3-C232-C31B-DE69-AAA225F35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49525-7DE3-401A-8BAE-EB103EE7874F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097424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EFA93B5E-46C0-77B3-568C-4D2BA92B0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7BC01-3FC9-41EB-9EFF-F4A7750D0077}" type="datetimeFigureOut">
              <a:rPr lang="nl-BE" smtClean="0"/>
              <a:t>12/05/2026</a:t>
            </a:fld>
            <a:endParaRPr lang="nl-BE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EA2B50F3-859A-8BC9-80FC-0421BADBC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553A332E-BB54-3B9D-F9F8-BAAA777D9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49525-7DE3-401A-8BAE-EB103EE7874F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877377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583A74-4217-6D8E-9E8A-F1FA91D5B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30D3540B-9E75-1D92-0520-1574E23AA5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5841553A-8193-9D13-4D20-CB762ECF68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133DE152-6FB9-6866-12A7-1CAA0DB0C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7BC01-3FC9-41EB-9EFF-F4A7750D0077}" type="datetimeFigureOut">
              <a:rPr lang="nl-BE" smtClean="0"/>
              <a:t>12/05/2026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A23004FA-8A6C-08A3-B524-60913464A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E5F537F1-96C6-D6E7-E67D-05C295E89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49525-7DE3-401A-8BAE-EB103EE7874F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470126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E11FE99-3104-28C7-4394-86100B6D8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95A961DA-BEE5-3B90-4156-23F97B09B3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F74692F7-A34E-D0D7-6E71-1E8099881A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2551B329-9396-27EA-F75B-432597FF5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7BC01-3FC9-41EB-9EFF-F4A7750D0077}" type="datetimeFigureOut">
              <a:rPr lang="nl-BE" smtClean="0"/>
              <a:t>12/05/2026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C400EB29-B53C-CDD4-C7F9-317207ECA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B4261E7B-3245-C71F-F11C-62D98356F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49525-7DE3-401A-8BAE-EB103EE7874F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8406596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05DB262-6E32-81C0-F472-BC72C8C3C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2724C43D-ABD1-1349-B949-C9523EB6B7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1214E20A-3DD5-034C-06E1-C5C3CFC33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7BC01-3FC9-41EB-9EFF-F4A7750D0077}" type="datetimeFigureOut">
              <a:rPr lang="nl-BE" smtClean="0"/>
              <a:t>12/05/2026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63D16386-F758-54B0-59AB-A05368E37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C0F861BA-795C-0EB8-8B42-FB07FD46C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49525-7DE3-401A-8BAE-EB103EE7874F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3000102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4D5C6185-C342-B9E2-36DE-FBCBDA2158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05771099-4819-018A-C155-F56B97F953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81675D5F-4A70-ADE3-B810-C3987562A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7BC01-3FC9-41EB-9EFF-F4A7750D0077}" type="datetimeFigureOut">
              <a:rPr lang="nl-BE" smtClean="0"/>
              <a:t>12/05/2026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BD14B465-55C8-2652-8C42-52A0DE2C1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CC93EB52-8261-9643-D4B5-47B066CAD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49525-7DE3-401A-8BAE-EB103EE7874F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8293405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E1087E77-AB0D-5442-8A40-B9E0C02B0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5762CE0D-6395-FDF2-22A2-978F6D7D3A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A5D175E2-257D-40FC-DA88-35621D3C3F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07BC01-3FC9-41EB-9EFF-F4A7750D0077}" type="datetimeFigureOut">
              <a:rPr lang="nl-BE" smtClean="0"/>
              <a:t>12/05/2026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725D4DC7-9A24-5D24-9B6D-D7D95CD043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9FD90522-CA5D-2B96-AADC-A95B4BC9A7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A49525-7DE3-401A-8BAE-EB103EE7874F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8292857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2F15A2D-2324-487D-A02A-BF46C5C580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7A7F34E-D418-47E2-9F86-2C45BBC31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Right Triangle 13">
            <a:extLst>
              <a:ext uri="{FF2B5EF4-FFF2-40B4-BE49-F238E27FC236}">
                <a16:creationId xmlns:a16="http://schemas.microsoft.com/office/drawing/2014/main" id="{2AEAFA59-923A-4F54-8B49-44C970BCC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3435303E-F359-BBFF-05F5-786924D68CA7}"/>
              </a:ext>
            </a:extLst>
          </p:cNvPr>
          <p:cNvSpPr txBox="1">
            <a:spLocks/>
          </p:cNvSpPr>
          <p:nvPr/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l-BE"/>
              <a:t>Security Advanced</a:t>
            </a:r>
          </a:p>
        </p:txBody>
      </p:sp>
      <p:sp>
        <p:nvSpPr>
          <p:cNvPr id="9" name="Ondertitel 2">
            <a:extLst>
              <a:ext uri="{FF2B5EF4-FFF2-40B4-BE49-F238E27FC236}">
                <a16:creationId xmlns:a16="http://schemas.microsoft.com/office/drawing/2014/main" id="{C03EE95A-88C5-0ABA-5859-46191B9C4C5A}"/>
              </a:ext>
            </a:extLst>
          </p:cNvPr>
          <p:cNvSpPr txBox="1">
            <a:spLocks/>
          </p:cNvSpPr>
          <p:nvPr/>
        </p:nvSpPr>
        <p:spPr>
          <a:xfrm>
            <a:off x="698417" y="5041372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nl-BE" sz="2000"/>
              <a:t>Gert-Jan Bollen</a:t>
            </a:r>
          </a:p>
          <a:p>
            <a:pPr marL="0" indent="0">
              <a:spcBef>
                <a:spcPts val="0"/>
              </a:spcBef>
              <a:buNone/>
            </a:pPr>
            <a:r>
              <a:rPr lang="nl-BE" sz="2000"/>
              <a:t>Levi Smeets</a:t>
            </a:r>
          </a:p>
          <a:p>
            <a:pPr marL="0" indent="0">
              <a:spcBef>
                <a:spcPts val="0"/>
              </a:spcBef>
              <a:buNone/>
            </a:pPr>
            <a:r>
              <a:rPr lang="nl-BE" sz="2000"/>
              <a:t>Robbe </a:t>
            </a:r>
            <a:r>
              <a:rPr lang="nl-BE" sz="2000" err="1"/>
              <a:t>Koreman</a:t>
            </a:r>
            <a:endParaRPr lang="nl-BE" sz="2000"/>
          </a:p>
          <a:p>
            <a:pPr marL="0" indent="0">
              <a:spcBef>
                <a:spcPts val="0"/>
              </a:spcBef>
              <a:buNone/>
            </a:pPr>
            <a:r>
              <a:rPr lang="nl-BE" sz="2000"/>
              <a:t>Remy Brouwers</a:t>
            </a:r>
            <a:endParaRPr lang="nl-BE"/>
          </a:p>
        </p:txBody>
      </p:sp>
      <p:sp>
        <p:nvSpPr>
          <p:cNvPr id="11" name="Tekstvak 10">
            <a:extLst>
              <a:ext uri="{FF2B5EF4-FFF2-40B4-BE49-F238E27FC236}">
                <a16:creationId xmlns:a16="http://schemas.microsoft.com/office/drawing/2014/main" id="{7CC8CDEA-F695-03ED-464B-B8B4490FF891}"/>
              </a:ext>
            </a:extLst>
          </p:cNvPr>
          <p:cNvSpPr txBox="1"/>
          <p:nvPr/>
        </p:nvSpPr>
        <p:spPr>
          <a:xfrm>
            <a:off x="5113866" y="3429000"/>
            <a:ext cx="196426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3000"/>
              <a:t>BD groep 2</a:t>
            </a:r>
          </a:p>
        </p:txBody>
      </p:sp>
      <p:sp>
        <p:nvSpPr>
          <p:cNvPr id="13" name="Tekstvak 12">
            <a:extLst>
              <a:ext uri="{FF2B5EF4-FFF2-40B4-BE49-F238E27FC236}">
                <a16:creationId xmlns:a16="http://schemas.microsoft.com/office/drawing/2014/main" id="{5EE28DE2-ECC2-E27A-17BB-6654925090AC}"/>
              </a:ext>
            </a:extLst>
          </p:cNvPr>
          <p:cNvSpPr txBox="1"/>
          <p:nvPr/>
        </p:nvSpPr>
        <p:spPr>
          <a:xfrm>
            <a:off x="10333470" y="5787733"/>
            <a:ext cx="20150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/>
              <a:t>Groepspunt </a:t>
            </a:r>
          </a:p>
        </p:txBody>
      </p:sp>
      <p:pic>
        <p:nvPicPr>
          <p:cNvPr id="15" name="Graphic 14" descr="Checkbox Checked with solid fill">
            <a:extLst>
              <a:ext uri="{FF2B5EF4-FFF2-40B4-BE49-F238E27FC236}">
                <a16:creationId xmlns:a16="http://schemas.microsoft.com/office/drawing/2014/main" id="{ECD73074-5BB5-3F6A-F258-2CEBF5081F0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1790" y="5640040"/>
            <a:ext cx="664717" cy="664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3345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AD39BF-995F-AAD0-5C1C-52BFEA8BA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6715189-FCD8-A4A7-F36E-C3B712017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1D11B46-D6C0-592F-8DCF-2557B34DC9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Right Triangle 13">
            <a:extLst>
              <a:ext uri="{FF2B5EF4-FFF2-40B4-BE49-F238E27FC236}">
                <a16:creationId xmlns:a16="http://schemas.microsoft.com/office/drawing/2014/main" id="{7721672A-5ACE-AD90-DDCB-422B3463A2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78EE896F-8E13-7EE4-5603-A44A6BA8C5F5}"/>
              </a:ext>
            </a:extLst>
          </p:cNvPr>
          <p:cNvSpPr txBox="1">
            <a:spLocks/>
          </p:cNvSpPr>
          <p:nvPr/>
        </p:nvSpPr>
        <p:spPr>
          <a:xfrm>
            <a:off x="745066" y="-79904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l-BE"/>
              <a:t>Blue – wingston churchill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AB313ED-90B4-E2E6-02BD-BC3A8E14BA53}"/>
              </a:ext>
            </a:extLst>
          </p:cNvPr>
          <p:cNvSpPr txBox="1"/>
          <p:nvPr/>
        </p:nvSpPr>
        <p:spPr>
          <a:xfrm>
            <a:off x="1068412" y="1976945"/>
            <a:ext cx="6466388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/>
              <a:t>Phishing, </a:t>
            </a:r>
            <a:r>
              <a:rPr lang="en-US" err="1"/>
              <a:t>buitenechtelijke</a:t>
            </a:r>
            <a:r>
              <a:rPr lang="en-US" dirty="0"/>
              <a:t> </a:t>
            </a:r>
            <a:r>
              <a:rPr lang="en-US" err="1"/>
              <a:t>relatie</a:t>
            </a:r>
            <a:r>
              <a:rPr lang="en-US" dirty="0"/>
              <a:t>, </a:t>
            </a:r>
            <a:r>
              <a:rPr lang="en-US" err="1"/>
              <a:t>diefstal</a:t>
            </a:r>
            <a:r>
              <a:rPr lang="en-US" dirty="0"/>
              <a:t> </a:t>
            </a:r>
            <a:r>
              <a:rPr lang="en-US" err="1"/>
              <a:t>certificaat</a:t>
            </a:r>
            <a:endParaRPr lang="en-US" dirty="0" err="1"/>
          </a:p>
          <a:p>
            <a:pPr marL="285750" indent="-285750">
              <a:buFont typeface="Arial"/>
              <a:buChar char="•"/>
            </a:pPr>
            <a:r>
              <a:rPr lang="en-US"/>
              <a:t>mails, browser history, RAM dump, phishing draft</a:t>
            </a:r>
          </a:p>
          <a:p>
            <a:pPr marL="285750" indent="-285750">
              <a:buFont typeface="Arial"/>
              <a:buChar char="•"/>
            </a:pPr>
            <a:r>
              <a:rPr lang="en-US" dirty="0" err="1"/>
              <a:t>Tijdslijn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err="1">
                <a:ea typeface="+mn-lt"/>
                <a:cs typeface="+mn-lt"/>
              </a:rPr>
              <a:t>Conclusie</a:t>
            </a:r>
            <a:endParaRPr lang="en-US" err="1"/>
          </a:p>
        </p:txBody>
      </p:sp>
      <p:pic>
        <p:nvPicPr>
          <p:cNvPr id="5" name="Picture 4" descr="A person and person posing for a picture&#10;&#10;AI-generated content may be incorrect.">
            <a:extLst>
              <a:ext uri="{FF2B5EF4-FFF2-40B4-BE49-F238E27FC236}">
                <a16:creationId xmlns:a16="http://schemas.microsoft.com/office/drawing/2014/main" id="{020F58BC-BA10-4153-7ECB-9EFA8E1900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8804" y="833886"/>
            <a:ext cx="2895600" cy="2286000"/>
          </a:xfrm>
          <a:prstGeom prst="rect">
            <a:avLst/>
          </a:prstGeom>
        </p:spPr>
      </p:pic>
      <p:pic>
        <p:nvPicPr>
          <p:cNvPr id="6" name="Picture 5" descr="A person with glasses and a bow tie&#10;&#10;AI-generated content may be incorrect.">
            <a:extLst>
              <a:ext uri="{FF2B5EF4-FFF2-40B4-BE49-F238E27FC236}">
                <a16:creationId xmlns:a16="http://schemas.microsoft.com/office/drawing/2014/main" id="{D78F1C20-926F-2825-380F-A31B850B50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3642" y="3177395"/>
            <a:ext cx="2803585" cy="2832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3602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6EC58-DAE8-0279-8574-110452A64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359C947-3B22-97B3-13A3-484154913D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3E87525-3401-3620-F5F8-FDAA0E35C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Right Triangle 13">
            <a:extLst>
              <a:ext uri="{FF2B5EF4-FFF2-40B4-BE49-F238E27FC236}">
                <a16:creationId xmlns:a16="http://schemas.microsoft.com/office/drawing/2014/main" id="{4EC6E286-F339-841A-B4F0-79DC9A8EF8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60751CC-CE64-D144-6AD3-0133302C27AA}"/>
              </a:ext>
            </a:extLst>
          </p:cNvPr>
          <p:cNvSpPr txBox="1">
            <a:spLocks/>
          </p:cNvSpPr>
          <p:nvPr/>
        </p:nvSpPr>
        <p:spPr>
          <a:xfrm>
            <a:off x="745066" y="-79904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l-BE"/>
              <a:t>Red – rogue server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75A41B-4C36-B48A-EFD9-D4039B8B92E0}"/>
              </a:ext>
            </a:extLst>
          </p:cNvPr>
          <p:cNvSpPr txBox="1"/>
          <p:nvPr/>
        </p:nvSpPr>
        <p:spPr>
          <a:xfrm>
            <a:off x="747069" y="1862420"/>
            <a:ext cx="6668218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Recon: </a:t>
            </a:r>
            <a:r>
              <a:rPr lang="en-US" dirty="0" err="1">
                <a:ea typeface="+mn-lt"/>
                <a:cs typeface="+mn-lt"/>
              </a:rPr>
              <a:t>nmap</a:t>
            </a:r>
            <a:r>
              <a:rPr lang="en-US" dirty="0">
                <a:ea typeface="+mn-lt"/>
                <a:cs typeface="+mn-lt"/>
              </a:rPr>
              <a:t> + </a:t>
            </a:r>
            <a:r>
              <a:rPr lang="en-US" dirty="0" err="1">
                <a:ea typeface="+mn-lt"/>
                <a:cs typeface="+mn-lt"/>
              </a:rPr>
              <a:t>ffuf</a:t>
            </a:r>
            <a:r>
              <a:rPr lang="en-US" dirty="0">
                <a:ea typeface="+mn-lt"/>
                <a:cs typeface="+mn-lt"/>
              </a:rPr>
              <a:t>/</a:t>
            </a:r>
            <a:r>
              <a:rPr lang="en-US" dirty="0" err="1">
                <a:ea typeface="+mn-lt"/>
                <a:cs typeface="+mn-lt"/>
              </a:rPr>
              <a:t>gobuster</a:t>
            </a:r>
            <a:r>
              <a:rPr lang="en-US" dirty="0">
                <a:ea typeface="+mn-lt"/>
                <a:cs typeface="+mn-lt"/>
              </a:rPr>
              <a:t> om </a:t>
            </a:r>
            <a:r>
              <a:rPr lang="en-US" dirty="0" err="1">
                <a:ea typeface="+mn-lt"/>
                <a:cs typeface="+mn-lt"/>
              </a:rPr>
              <a:t>verborgen</a:t>
            </a:r>
            <a:r>
              <a:rPr lang="en-US" dirty="0">
                <a:ea typeface="+mn-lt"/>
                <a:cs typeface="+mn-lt"/>
              </a:rPr>
              <a:t> directories </a:t>
            </a:r>
            <a:r>
              <a:rPr lang="en-US" dirty="0" err="1">
                <a:ea typeface="+mn-lt"/>
                <a:cs typeface="+mn-lt"/>
              </a:rPr>
              <a:t>te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vinden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LFI via </a:t>
            </a:r>
            <a:r>
              <a:rPr lang="en-US" dirty="0" err="1">
                <a:ea typeface="+mn-lt"/>
                <a:cs typeface="+mn-lt"/>
              </a:rPr>
              <a:t>randylogs.php?file</a:t>
            </a:r>
            <a:r>
              <a:rPr lang="en-US" dirty="0">
                <a:ea typeface="+mn-lt"/>
                <a:cs typeface="+mn-lt"/>
              </a:rPr>
              <a:t>=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Log poisoning via auth.log → PHP payload </a:t>
            </a:r>
            <a:r>
              <a:rPr lang="en-US" dirty="0" err="1">
                <a:ea typeface="+mn-lt"/>
                <a:cs typeface="+mn-lt"/>
              </a:rPr>
              <a:t>injecteren</a:t>
            </a:r>
            <a:endParaRPr lang="en-US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/>
              <a:t>Reverse shell</a:t>
            </a:r>
            <a:endParaRPr lang="en-US" dirty="0"/>
          </a:p>
        </p:txBody>
      </p:sp>
      <p:pic>
        <p:nvPicPr>
          <p:cNvPr id="5" name="Picture 4" descr="Controlling your server with a reverse shell attack | Snyk">
            <a:extLst>
              <a:ext uri="{FF2B5EF4-FFF2-40B4-BE49-F238E27FC236}">
                <a16:creationId xmlns:a16="http://schemas.microsoft.com/office/drawing/2014/main" id="{EB451FED-7872-32AF-A219-5157954DC5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6208" y="3632260"/>
            <a:ext cx="4506943" cy="1678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79785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EC456B-9BBF-9A3A-7852-23A1CB366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1EAD106-D9DB-0B7D-05EB-2673FC29EF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F8430CF-D6DC-5558-ED67-DB2F4C781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Right Triangle 13">
            <a:extLst>
              <a:ext uri="{FF2B5EF4-FFF2-40B4-BE49-F238E27FC236}">
                <a16:creationId xmlns:a16="http://schemas.microsoft.com/office/drawing/2014/main" id="{D5366796-F1C0-3FB3-E8E3-BA3716EB2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A52DE76-CF1F-772F-81AB-0BC351BD0075}"/>
              </a:ext>
            </a:extLst>
          </p:cNvPr>
          <p:cNvSpPr txBox="1">
            <a:spLocks/>
          </p:cNvSpPr>
          <p:nvPr/>
        </p:nvSpPr>
        <p:spPr>
          <a:xfrm>
            <a:off x="745066" y="-79904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l-BE"/>
              <a:t>Red – rogue server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7201A0-D566-0138-2613-8E3FD4F01674}"/>
              </a:ext>
            </a:extLst>
          </p:cNvPr>
          <p:cNvSpPr txBox="1"/>
          <p:nvPr/>
        </p:nvSpPr>
        <p:spPr>
          <a:xfrm>
            <a:off x="747622" y="1818735"/>
            <a:ext cx="6096000" cy="16004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7472" indent="-347472" algn="l" rtl="0">
              <a:buFont typeface="Arial"/>
              <a:buChar char="•"/>
            </a:pPr>
            <a:r>
              <a:rPr lang="LID4096" sz="2000" kern="1200">
                <a:solidFill>
                  <a:schemeClr val="tx1"/>
                </a:solidFill>
                <a:latin typeface="Calibri"/>
                <a:ea typeface="+mn-ea"/>
                <a:cs typeface="+mn-cs"/>
              </a:rPr>
              <a:t>SUID binary easysysinfo draaide als root</a:t>
            </a:r>
          </a:p>
          <a:p>
            <a:pPr marL="347472" indent="-347472" algn="l" rtl="0">
              <a:buFont typeface="Arial"/>
              <a:buChar char="•"/>
            </a:pPr>
            <a:r>
              <a:rPr lang="LID4096" sz="2000" kern="1200">
                <a:solidFill>
                  <a:schemeClr val="tx1"/>
                </a:solidFill>
                <a:latin typeface="Calibri"/>
                <a:ea typeface="+mn-ea"/>
                <a:cs typeface="+mn-cs"/>
              </a:rPr>
              <a:t>Programma gebruikte os.system() → PATH hijacking mogelijk</a:t>
            </a:r>
          </a:p>
          <a:p>
            <a:pPr marL="347472" indent="-347472" algn="l" rtl="0">
              <a:buFont typeface="Arial"/>
              <a:buChar char="•"/>
            </a:pPr>
            <a:r>
              <a:rPr lang="LID4096" sz="2000" kern="1200">
                <a:solidFill>
                  <a:schemeClr val="tx1"/>
                </a:solidFill>
                <a:latin typeface="Calibri"/>
                <a:ea typeface="+mn-ea"/>
                <a:cs typeface="+mn-cs"/>
              </a:rPr>
              <a:t>Malicious cat binary in /tmp geplaatst</a:t>
            </a:r>
          </a:p>
          <a:p>
            <a:pPr algn="ctr"/>
            <a:endParaRPr lang="en-US"/>
          </a:p>
        </p:txBody>
      </p:sp>
      <p:pic>
        <p:nvPicPr>
          <p:cNvPr id="6" name="Picture 5" descr="Privilege Escalation Attack - CyberHoot">
            <a:extLst>
              <a:ext uri="{FF2B5EF4-FFF2-40B4-BE49-F238E27FC236}">
                <a16:creationId xmlns:a16="http://schemas.microsoft.com/office/drawing/2014/main" id="{B42092B2-E9E2-4B78-A3B0-5E6EEAD947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6819" y="2953828"/>
            <a:ext cx="3869307" cy="2675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8841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E83D4A-D350-393A-551E-7B1613323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7AE9DA0-3144-D383-CD6D-7D8F0F666D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43B526D-DE5E-A349-8D61-242D322102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Right Triangle 13">
            <a:extLst>
              <a:ext uri="{FF2B5EF4-FFF2-40B4-BE49-F238E27FC236}">
                <a16:creationId xmlns:a16="http://schemas.microsoft.com/office/drawing/2014/main" id="{7F39F730-CD75-51FF-232A-DFF6C911C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A3C9156C-14DA-2D74-E026-C050338766D0}"/>
              </a:ext>
            </a:extLst>
          </p:cNvPr>
          <p:cNvSpPr txBox="1">
            <a:spLocks/>
          </p:cNvSpPr>
          <p:nvPr/>
        </p:nvSpPr>
        <p:spPr>
          <a:xfrm>
            <a:off x="745066" y="-79904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l-BE"/>
              <a:t>Red – koopa troopa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36588C-9BFF-8027-8336-4E39F757D2CD}"/>
              </a:ext>
            </a:extLst>
          </p:cNvPr>
          <p:cNvSpPr txBox="1"/>
          <p:nvPr/>
        </p:nvSpPr>
        <p:spPr>
          <a:xfrm>
            <a:off x="635921" y="1900853"/>
            <a:ext cx="6308784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Shellshock exploit → reverse shell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dirty="0" err="1">
                <a:ea typeface="+mn-lt"/>
                <a:cs typeface="+mn-lt"/>
              </a:rPr>
              <a:t>LinPEAS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voor</a:t>
            </a:r>
            <a:r>
              <a:rPr lang="en-US" dirty="0">
                <a:ea typeface="+mn-lt"/>
                <a:cs typeface="+mn-lt"/>
              </a:rPr>
              <a:t> privilege escalation enumeration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 err="1">
                <a:ea typeface="+mn-lt"/>
                <a:cs typeface="+mn-lt"/>
              </a:rPr>
              <a:t>DirtyCow</a:t>
            </a:r>
            <a:r>
              <a:rPr lang="en-US" dirty="0">
                <a:ea typeface="+mn-lt"/>
                <a:cs typeface="+mn-lt"/>
              </a:rPr>
              <a:t> exploit → </a:t>
            </a:r>
            <a:r>
              <a:rPr lang="en-US" dirty="0" err="1">
                <a:ea typeface="+mn-lt"/>
                <a:cs typeface="+mn-lt"/>
              </a:rPr>
              <a:t>nieuwe</a:t>
            </a:r>
            <a:r>
              <a:rPr lang="en-US" dirty="0">
                <a:ea typeface="+mn-lt"/>
                <a:cs typeface="+mn-lt"/>
              </a:rPr>
              <a:t> root user</a:t>
            </a:r>
            <a:endParaRPr lang="en-US" dirty="0"/>
          </a:p>
          <a:p>
            <a:pPr algn="l"/>
            <a:endParaRPr lang="en-US" dirty="0"/>
          </a:p>
        </p:txBody>
      </p:sp>
      <p:pic>
        <p:nvPicPr>
          <p:cNvPr id="5" name="Picture 4" descr="Explaining Dirty COW local root exploit - CVE-2016-5195">
            <a:extLst>
              <a:ext uri="{FF2B5EF4-FFF2-40B4-BE49-F238E27FC236}">
                <a16:creationId xmlns:a16="http://schemas.microsoft.com/office/drawing/2014/main" id="{68B1E05E-ABE4-73A3-214B-FAFB5708CA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321" y="3436728"/>
            <a:ext cx="4579549" cy="2213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6656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77C51F-AA9E-4509-832E-F3DFACEF8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0498586-F414-5DB6-F4C3-155686507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DA5F968-BCE0-3C2F-B3AD-C3B22CD389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Right Triangle 13">
            <a:extLst>
              <a:ext uri="{FF2B5EF4-FFF2-40B4-BE49-F238E27FC236}">
                <a16:creationId xmlns:a16="http://schemas.microsoft.com/office/drawing/2014/main" id="{866D96F1-99A5-44B4-2A25-F505B8C348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46F5806-3117-0074-2016-ADCAC98D7934}"/>
              </a:ext>
            </a:extLst>
          </p:cNvPr>
          <p:cNvSpPr txBox="1">
            <a:spLocks/>
          </p:cNvSpPr>
          <p:nvPr/>
        </p:nvSpPr>
        <p:spPr>
          <a:xfrm>
            <a:off x="745066" y="-79904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l-BE"/>
              <a:t>Yellow – mobile security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4831AF-D3DA-CC0F-161A-D5312FD7167C}"/>
              </a:ext>
            </a:extLst>
          </p:cNvPr>
          <p:cNvSpPr txBox="1"/>
          <p:nvPr/>
        </p:nvSpPr>
        <p:spPr>
          <a:xfrm>
            <a:off x="7217435" y="2136420"/>
            <a:ext cx="3979652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3 bypasses </a:t>
            </a:r>
            <a:r>
              <a:rPr lang="en-US" dirty="0" err="1">
                <a:ea typeface="+mn-lt"/>
                <a:cs typeface="+mn-lt"/>
              </a:rPr>
              <a:t>voor</a:t>
            </a:r>
            <a:r>
              <a:rPr lang="en-US" dirty="0">
                <a:ea typeface="+mn-lt"/>
                <a:cs typeface="+mn-lt"/>
              </a:rPr>
              <a:t> 2AM check:</a:t>
            </a:r>
            <a:endParaRPr lang="en-US" dirty="0"/>
          </a:p>
          <a:p>
            <a:pPr marL="742950" lvl="1" indent="-285750">
              <a:buFont typeface="Courier New"/>
              <a:buChar char="o"/>
            </a:pPr>
            <a:r>
              <a:rPr lang="en-US" dirty="0" err="1">
                <a:ea typeface="+mn-lt"/>
                <a:cs typeface="+mn-lt"/>
              </a:rPr>
              <a:t>Tijd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aanpassen</a:t>
            </a:r>
            <a:endParaRPr lang="en-US" dirty="0" err="1"/>
          </a:p>
          <a:p>
            <a:pPr marL="742950" lvl="1" indent="-285750">
              <a:buFont typeface="Courier New"/>
              <a:buChar char="o"/>
            </a:pPr>
            <a:r>
              <a:rPr lang="en-US" dirty="0">
                <a:ea typeface="+mn-lt"/>
                <a:cs typeface="+mn-lt"/>
              </a:rPr>
              <a:t>Activity </a:t>
            </a:r>
            <a:r>
              <a:rPr lang="en-US" dirty="0" err="1">
                <a:ea typeface="+mn-lt"/>
                <a:cs typeface="+mn-lt"/>
              </a:rPr>
              <a:t>rechtstreeks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starten</a:t>
            </a:r>
            <a:r>
              <a:rPr lang="en-US" dirty="0">
                <a:ea typeface="+mn-lt"/>
                <a:cs typeface="+mn-lt"/>
              </a:rPr>
              <a:t> via </a:t>
            </a:r>
            <a:r>
              <a:rPr lang="en-US" dirty="0" err="1">
                <a:ea typeface="+mn-lt"/>
                <a:cs typeface="+mn-lt"/>
              </a:rPr>
              <a:t>adb</a:t>
            </a:r>
            <a:endParaRPr lang="en-US" dirty="0" err="1"/>
          </a:p>
          <a:p>
            <a:pPr marL="742950" lvl="1" indent="-285750">
              <a:buFont typeface="Courier New"/>
              <a:buChar char="o"/>
            </a:pPr>
            <a:r>
              <a:rPr lang="en-US" dirty="0" err="1">
                <a:ea typeface="+mn-lt"/>
                <a:cs typeface="+mn-lt"/>
              </a:rPr>
              <a:t>Smali</a:t>
            </a:r>
            <a:r>
              <a:rPr lang="en-US" dirty="0">
                <a:ea typeface="+mn-lt"/>
                <a:cs typeface="+mn-lt"/>
              </a:rPr>
              <a:t> patching met </a:t>
            </a:r>
            <a:r>
              <a:rPr lang="en-US" dirty="0" err="1">
                <a:ea typeface="+mn-lt"/>
                <a:cs typeface="+mn-lt"/>
              </a:rPr>
              <a:t>apktool</a:t>
            </a:r>
            <a:endParaRPr lang="en-US" dirty="0" err="1"/>
          </a:p>
          <a:p>
            <a:pPr marL="285750" indent="-285750" algn="l">
              <a:buFont typeface="Arial"/>
              <a:buChar char="•"/>
            </a:pPr>
            <a:endParaRPr lang="en-US" dirty="0"/>
          </a:p>
        </p:txBody>
      </p:sp>
      <p:pic>
        <p:nvPicPr>
          <p:cNvPr id="4" name="Picture 3" descr="A computer screen shot of a program code&#10;&#10;AI-generated content may be incorrect.">
            <a:extLst>
              <a:ext uri="{FF2B5EF4-FFF2-40B4-BE49-F238E27FC236}">
                <a16:creationId xmlns:a16="http://schemas.microsoft.com/office/drawing/2014/main" id="{16AE0DD0-5D8D-7708-281E-58E4C0AEA5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410" y="1719532"/>
            <a:ext cx="5967862" cy="3232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6858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79E1D6-1C22-B6C2-554B-16216FBE2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5A5E604-BE18-8417-668C-6BD770CAA1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403B45D-5379-66E6-ABD1-41DE626262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Right Triangle 13">
            <a:extLst>
              <a:ext uri="{FF2B5EF4-FFF2-40B4-BE49-F238E27FC236}">
                <a16:creationId xmlns:a16="http://schemas.microsoft.com/office/drawing/2014/main" id="{CF2B8599-015B-A816-F67E-8BDE55E334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4D32FCD3-8517-2234-AB83-DAEF911A64C1}"/>
              </a:ext>
            </a:extLst>
          </p:cNvPr>
          <p:cNvSpPr txBox="1">
            <a:spLocks/>
          </p:cNvSpPr>
          <p:nvPr/>
        </p:nvSpPr>
        <p:spPr>
          <a:xfrm>
            <a:off x="745066" y="-79904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l-BE"/>
              <a:t>Yellow – content provider injection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116AB3-8EF5-8A29-5DEC-542DAB7962EF}"/>
              </a:ext>
            </a:extLst>
          </p:cNvPr>
          <p:cNvSpPr txBox="1"/>
          <p:nvPr/>
        </p:nvSpPr>
        <p:spPr>
          <a:xfrm>
            <a:off x="1057841" y="2014212"/>
            <a:ext cx="5388633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Exported content provider </a:t>
            </a:r>
            <a:r>
              <a:rPr lang="en-US" dirty="0" err="1">
                <a:ea typeface="+mn-lt"/>
                <a:cs typeface="+mn-lt"/>
              </a:rPr>
              <a:t>publiek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toegankelijk</a:t>
            </a:r>
            <a:endParaRPr lang="en-US" dirty="0" err="1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SQL injection via content query (OR 1=1--)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dirty="0" err="1">
                <a:ea typeface="+mn-lt"/>
                <a:cs typeface="+mn-lt"/>
              </a:rPr>
              <a:t>Rechtstreeks</a:t>
            </a:r>
            <a:r>
              <a:rPr lang="en-US" dirty="0">
                <a:ea typeface="+mn-lt"/>
                <a:cs typeface="+mn-lt"/>
              </a:rPr>
              <a:t> SQLite database</a:t>
            </a:r>
            <a:endParaRPr lang="en-US" dirty="0"/>
          </a:p>
          <a:p>
            <a:pPr algn="l"/>
            <a:endParaRPr lang="en-US" dirty="0"/>
          </a:p>
        </p:txBody>
      </p:sp>
      <p:pic>
        <p:nvPicPr>
          <p:cNvPr id="5" name="Picture 4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B91F9A77-BF88-9C40-D9EF-81E3D50BAA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533" y="3337165"/>
            <a:ext cx="8953500" cy="1276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8703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32832-637D-1AE5-6D4D-37D6B4060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73F08F9-F14B-4A5A-EA2C-CE4B898B0B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AE4E0B5-6F98-001D-1348-7B20A7FCB9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Right Triangle 13">
            <a:extLst>
              <a:ext uri="{FF2B5EF4-FFF2-40B4-BE49-F238E27FC236}">
                <a16:creationId xmlns:a16="http://schemas.microsoft.com/office/drawing/2014/main" id="{0F9DDC19-2137-7BD2-0907-0BC4A6494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3149BE2C-D7E9-27D9-370B-EE66531B4F65}"/>
              </a:ext>
            </a:extLst>
          </p:cNvPr>
          <p:cNvSpPr txBox="1">
            <a:spLocks/>
          </p:cNvSpPr>
          <p:nvPr/>
        </p:nvSpPr>
        <p:spPr>
          <a:xfrm>
            <a:off x="745066" y="-79904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l-BE"/>
              <a:t>Yellow – frida &amp; native libraries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5F8371-5030-AF76-C8AC-D3B4A9DE4EDE}"/>
              </a:ext>
            </a:extLst>
          </p:cNvPr>
          <p:cNvSpPr txBox="1"/>
          <p:nvPr/>
        </p:nvSpPr>
        <p:spPr>
          <a:xfrm>
            <a:off x="1164566" y="2045455"/>
            <a:ext cx="5661803" cy="9848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000" dirty="0">
                <a:latin typeface="Calibri"/>
                <a:ea typeface="Calibri"/>
                <a:cs typeface="Calibri"/>
              </a:rPr>
              <a:t>JNI </a:t>
            </a:r>
            <a:r>
              <a:rPr lang="en-US" sz="2000" dirty="0" err="1">
                <a:latin typeface="Calibri"/>
                <a:ea typeface="Calibri"/>
                <a:cs typeface="Calibri"/>
              </a:rPr>
              <a:t>methode</a:t>
            </a:r>
            <a:r>
              <a:rPr lang="en-US" sz="2000" dirty="0">
                <a:latin typeface="Calibri"/>
                <a:ea typeface="Calibri"/>
                <a:cs typeface="Calibri"/>
              </a:rPr>
              <a:t> </a:t>
            </a:r>
            <a:r>
              <a:rPr lang="en-US" sz="2000" dirty="0" err="1">
                <a:latin typeface="Calibri"/>
                <a:ea typeface="Calibri"/>
                <a:cs typeface="Calibri"/>
              </a:rPr>
              <a:t>stringFromJNI</a:t>
            </a:r>
          </a:p>
          <a:p>
            <a:pPr marL="342900" indent="-342900">
              <a:buFont typeface="Arial"/>
              <a:buChar char="•"/>
            </a:pPr>
            <a:r>
              <a:rPr lang="en-US" sz="2000" dirty="0">
                <a:latin typeface="Calibri"/>
                <a:ea typeface="Calibri"/>
                <a:cs typeface="Calibri"/>
              </a:rPr>
              <a:t>Frida </a:t>
            </a:r>
            <a:r>
              <a:rPr lang="en-US" sz="2000" dirty="0" err="1">
                <a:latin typeface="Calibri"/>
                <a:ea typeface="Calibri"/>
                <a:cs typeface="Calibri"/>
              </a:rPr>
              <a:t>voor</a:t>
            </a:r>
            <a:r>
              <a:rPr lang="en-US" sz="2000" dirty="0">
                <a:latin typeface="Calibri"/>
                <a:ea typeface="Calibri"/>
                <a:cs typeface="Calibri"/>
              </a:rPr>
              <a:t> runtime return values hook </a:t>
            </a:r>
          </a:p>
          <a:p>
            <a:pPr marL="285750" indent="-285750" algn="l">
              <a:buFont typeface="Arial"/>
              <a:buChar char="•"/>
            </a:pPr>
            <a:endParaRPr lang="en-US" dirty="0"/>
          </a:p>
        </p:txBody>
      </p:sp>
      <p:pic>
        <p:nvPicPr>
          <p:cNvPr id="6" name="Picture 5" descr="Frida • A world-class dynamic instrumentation toolkit | Observe and  reprogram running programs on Windows, macOS, GNU/Linux, iOS, watchOS,  tvOS, Android, FreeBSD, and QNX">
            <a:extLst>
              <a:ext uri="{FF2B5EF4-FFF2-40B4-BE49-F238E27FC236}">
                <a16:creationId xmlns:a16="http://schemas.microsoft.com/office/drawing/2014/main" id="{194536D4-999A-CCF3-A7AB-3DD76C2A9E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5472" y="3134803"/>
            <a:ext cx="3156190" cy="602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4073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72AB7-88AE-F071-A9FF-3ED21A2C84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F59B399-8E1A-1170-0858-98975E4C66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AE165B3-6BD2-0F57-EF2C-46555F732C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Right Triangle 13">
            <a:extLst>
              <a:ext uri="{FF2B5EF4-FFF2-40B4-BE49-F238E27FC236}">
                <a16:creationId xmlns:a16="http://schemas.microsoft.com/office/drawing/2014/main" id="{4D23271A-D43C-2F96-C3DA-611D2E1753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6647934C-0013-3BEA-B8B7-BE79C3DBA6B9}"/>
              </a:ext>
            </a:extLst>
          </p:cNvPr>
          <p:cNvSpPr txBox="1">
            <a:spLocks/>
          </p:cNvSpPr>
          <p:nvPr/>
        </p:nvSpPr>
        <p:spPr>
          <a:xfrm>
            <a:off x="745066" y="-79904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l-BE"/>
              <a:t>Yellow – secure coding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4F6792-2B4A-CF23-9F75-A394EFAF8256}"/>
              </a:ext>
            </a:extLst>
          </p:cNvPr>
          <p:cNvSpPr txBox="1"/>
          <p:nvPr/>
        </p:nvSpPr>
        <p:spPr>
          <a:xfrm>
            <a:off x="1000332" y="1720029"/>
            <a:ext cx="3462068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Prepared statements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dirty="0" err="1">
                <a:ea typeface="+mn-lt"/>
                <a:cs typeface="+mn-lt"/>
              </a:rPr>
              <a:t>bcrypt</a:t>
            </a:r>
            <a:endParaRPr lang="en-US" dirty="0" err="1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CORS </a:t>
            </a:r>
            <a:r>
              <a:rPr lang="en-US" dirty="0" err="1">
                <a:ea typeface="+mn-lt"/>
                <a:cs typeface="+mn-lt"/>
              </a:rPr>
              <a:t>restricties</a:t>
            </a:r>
            <a:endParaRPr lang="en-US" dirty="0" err="1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.env / vaults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Credential rotation</a:t>
            </a:r>
            <a:endParaRPr lang="en-US"/>
          </a:p>
          <a:p>
            <a:pPr marL="285750" indent="-285750" algn="l">
              <a:buFont typeface="Arial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45131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F6048C-A9D9-1A5D-689E-2D23CD49A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B4095DE-2D14-5DA4-FC11-0024460A1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A8609CB-1A6E-3C32-9C7C-23FA3DD16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Right Triangle 13">
            <a:extLst>
              <a:ext uri="{FF2B5EF4-FFF2-40B4-BE49-F238E27FC236}">
                <a16:creationId xmlns:a16="http://schemas.microsoft.com/office/drawing/2014/main" id="{AD3431B9-7AF9-33A3-F9C6-EAEA71F60F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2A0EBB33-F49B-EA4F-B6CF-24BDC11EC807}"/>
              </a:ext>
            </a:extLst>
          </p:cNvPr>
          <p:cNvSpPr txBox="1">
            <a:spLocks/>
          </p:cNvSpPr>
          <p:nvPr/>
        </p:nvSpPr>
        <p:spPr>
          <a:xfrm>
            <a:off x="1521443" y="2134209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nl-BE"/>
              <a:t>End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326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E4EBD-3A59-1EEF-0624-18B42CAA1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Verdeling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602C22-17A4-5781-2EA9-C82BA2B8C5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Remy: </a:t>
            </a:r>
            <a:r>
              <a:rPr lang="en-US" dirty="0" err="1"/>
              <a:t>inleiding</a:t>
            </a:r>
            <a:r>
              <a:rPr lang="en-US" dirty="0"/>
              <a:t> + Blue (slide 1 + 2)</a:t>
            </a:r>
          </a:p>
          <a:p>
            <a:r>
              <a:rPr lang="en-US" dirty="0"/>
              <a:t>Levi: Red rogue server, Yellow </a:t>
            </a:r>
            <a:r>
              <a:rPr lang="en-US" dirty="0" err="1"/>
              <a:t>frida</a:t>
            </a:r>
            <a:r>
              <a:rPr lang="en-US" dirty="0"/>
              <a:t> (slide 3 + 4, slide 8)</a:t>
            </a:r>
          </a:p>
          <a:p>
            <a:r>
              <a:rPr lang="en-US" dirty="0"/>
              <a:t>Gert-Jan: Red </a:t>
            </a:r>
            <a:r>
              <a:rPr lang="en-US" dirty="0" err="1"/>
              <a:t>koopa</a:t>
            </a:r>
            <a:r>
              <a:rPr lang="en-US" dirty="0"/>
              <a:t> </a:t>
            </a:r>
            <a:r>
              <a:rPr lang="en-US" dirty="0" err="1"/>
              <a:t>troopa</a:t>
            </a:r>
            <a:r>
              <a:rPr lang="en-US" dirty="0"/>
              <a:t>, Yellow mobile sec (slide 5 + 6)</a:t>
            </a:r>
          </a:p>
          <a:p>
            <a:r>
              <a:rPr lang="en-US" dirty="0"/>
              <a:t>Robbe: Yellow  CPI, secure coding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einde</a:t>
            </a:r>
            <a:r>
              <a:rPr lang="en-US" dirty="0"/>
              <a:t> (slide 7, slide 9 + 10)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5275744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39D85FC5198D04898C89ECEC78FE013" ma:contentTypeVersion="6" ma:contentTypeDescription="Een nieuw document maken." ma:contentTypeScope="" ma:versionID="eab781d8c926b842a2bb7f1722770e80">
  <xsd:schema xmlns:xsd="http://www.w3.org/2001/XMLSchema" xmlns:xs="http://www.w3.org/2001/XMLSchema" xmlns:p="http://schemas.microsoft.com/office/2006/metadata/properties" xmlns:ns3="c51d006e-0525-4c94-acc2-6dce33faa0cf" targetNamespace="http://schemas.microsoft.com/office/2006/metadata/properties" ma:root="true" ma:fieldsID="acf82aa81a09e2e0f32960096cf28cf2" ns3:_="">
    <xsd:import namespace="c51d006e-0525-4c94-acc2-6dce33faa0cf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1d006e-0525-4c94-acc2-6dce33faa0cf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51d006e-0525-4c94-acc2-6dce33faa0cf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2A8897A-D7E9-4FA0-97F5-05F39A6439B4}">
  <ds:schemaRefs>
    <ds:schemaRef ds:uri="c51d006e-0525-4c94-acc2-6dce33faa0c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EB29859C-133C-4C33-A6A3-E8D8124514F8}">
  <ds:schemaRefs>
    <ds:schemaRef ds:uri="c51d006e-0525-4c94-acc2-6dce33faa0cf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F5AFDA71-7B52-4A77-9538-B48B520FA57E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0bff66c5-45db-46ed-8b81-87959e069b90}" enabled="0" method="" siteId="{0bff66c5-45db-46ed-8b81-87959e069b90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11</Slides>
  <Notes>4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Kantoorthema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Verdeling?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GertJan Bollen</dc:creator>
  <cp:revision>181</cp:revision>
  <dcterms:created xsi:type="dcterms:W3CDTF">2026-05-11T07:03:12Z</dcterms:created>
  <dcterms:modified xsi:type="dcterms:W3CDTF">2026-05-12T15:20:44Z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0x010100039D85FC5198D04898C89ECEC78FE013</vt:lpwstr>
  </property>
</Properties>
</file>